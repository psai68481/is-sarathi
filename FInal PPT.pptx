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8150AB-DA5C-44E4-8CEC-2CDA596682A6}" v="22" dt="2026-09-05T12:07:45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028" autoAdjust="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avan Pabba" userId="aa2da44c34799f3d" providerId="LiveId" clId="{A4916B64-A7D5-45E9-B613-1457CE872AC0}"/>
    <pc:docChg chg="undo custSel modSld">
      <pc:chgData name="Saipavan Pabba" userId="aa2da44c34799f3d" providerId="LiveId" clId="{A4916B64-A7D5-45E9-B613-1457CE872AC0}" dt="2026-09-05T12:29:45.812" v="451" actId="20577"/>
      <pc:docMkLst>
        <pc:docMk/>
      </pc:docMkLst>
      <pc:sldChg chg="addSp delSp modSp mod">
        <pc:chgData name="Saipavan Pabba" userId="aa2da44c34799f3d" providerId="LiveId" clId="{A4916B64-A7D5-45E9-B613-1457CE872AC0}" dt="2026-09-05T11:35:52.859" v="288" actId="1076"/>
        <pc:sldMkLst>
          <pc:docMk/>
          <pc:sldMk cId="0" sldId="256"/>
        </pc:sldMkLst>
        <pc:spChg chg="del">
          <ac:chgData name="Saipavan Pabba" userId="aa2da44c34799f3d" providerId="LiveId" clId="{A4916B64-A7D5-45E9-B613-1457CE872AC0}" dt="2026-09-05T11:33:53.695" v="275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aipavan Pabba" userId="aa2da44c34799f3d" providerId="LiveId" clId="{A4916B64-A7D5-45E9-B613-1457CE872AC0}" dt="2026-09-05T11:33:51.636" v="274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1:35:48.063" v="287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1:35:52.859" v="288" actId="107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1:35:40.141" v="284" actId="478"/>
          <ac:spMkLst>
            <pc:docMk/>
            <pc:sldMk cId="0" sldId="256"/>
            <ac:spMk id="18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1:35:44.860" v="286" actId="1076"/>
          <ac:spMkLst>
            <pc:docMk/>
            <pc:sldMk cId="0" sldId="256"/>
            <ac:spMk id="34" creationId="{FACE59AD-2B81-DB41-7B3E-A99E56889F0A}"/>
          </ac:spMkLst>
        </pc:spChg>
        <pc:grpChg chg="add mod">
          <ac:chgData name="Saipavan Pabba" userId="aa2da44c34799f3d" providerId="LiveId" clId="{A4916B64-A7D5-45E9-B613-1457CE872AC0}" dt="2026-09-05T11:33:33.455" v="268" actId="1076"/>
          <ac:grpSpMkLst>
            <pc:docMk/>
            <pc:sldMk cId="0" sldId="256"/>
            <ac:grpSpMk id="19" creationId="{801C7E3C-A12E-A667-1C56-DEC8D632A7EC}"/>
          </ac:grpSpMkLst>
        </pc:grpChg>
        <pc:grpChg chg="add mod">
          <ac:chgData name="Saipavan Pabba" userId="aa2da44c34799f3d" providerId="LiveId" clId="{A4916B64-A7D5-45E9-B613-1457CE872AC0}" dt="2026-09-05T11:33:27.673" v="267"/>
          <ac:grpSpMkLst>
            <pc:docMk/>
            <pc:sldMk cId="0" sldId="256"/>
            <ac:grpSpMk id="26" creationId="{A7D5C806-1AF0-5C52-8EFD-BFD9BFCE86F9}"/>
          </ac:grpSpMkLst>
        </pc:grp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4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7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8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3:26.005" v="265" actId="478"/>
          <ac:picMkLst>
            <pc:docMk/>
            <pc:sldMk cId="0" sldId="256"/>
            <ac:picMk id="9" creationId="{00000000-0000-0000-0000-000000000000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0" creationId="{125BD78C-D990-4E2A-16F5-0641193A6C45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1" creationId="{9B1D796F-16C5-5374-7A65-DE51014613D9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2" creationId="{7D78EA7E-3BA7-9C90-8738-ABA98B255B31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3" creationId="{114E95CE-7A1D-2FD4-084E-03DE6B4BA4D6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4" creationId="{7A23BA7A-AD48-834A-2063-AD1D6C5A4A58}"/>
          </ac:picMkLst>
        </pc:picChg>
        <pc:picChg chg="mod">
          <ac:chgData name="Saipavan Pabba" userId="aa2da44c34799f3d" providerId="LiveId" clId="{A4916B64-A7D5-45E9-B613-1457CE872AC0}" dt="2026-09-05T11:33:33.455" v="268" actId="1076"/>
          <ac:picMkLst>
            <pc:docMk/>
            <pc:sldMk cId="0" sldId="256"/>
            <ac:picMk id="25" creationId="{F43876AF-AACA-1B5F-5F7D-40482A18C60F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27" creationId="{99A8749E-D40A-CC45-D0B2-B383A2B180E7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28" creationId="{83927C3D-9EF9-5605-0840-7E267C23619A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29" creationId="{FDB827F0-91D0-CE43-6AE0-18AF7A75E921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30" creationId="{0E12B7BF-53C5-23C6-CAD3-AF49BD876B0D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31" creationId="{9752B1F5-EEBB-71E3-5E0A-23A815B6B055}"/>
          </ac:picMkLst>
        </pc:picChg>
        <pc:picChg chg="mod">
          <ac:chgData name="Saipavan Pabba" userId="aa2da44c34799f3d" providerId="LiveId" clId="{A4916B64-A7D5-45E9-B613-1457CE872AC0}" dt="2026-09-05T11:33:27.673" v="267"/>
          <ac:picMkLst>
            <pc:docMk/>
            <pc:sldMk cId="0" sldId="256"/>
            <ac:picMk id="32" creationId="{DAD81237-7A68-F140-943F-42B5ED200174}"/>
          </ac:picMkLst>
        </pc:picChg>
      </pc:sldChg>
      <pc:sldChg chg="addSp delSp modSp mod">
        <pc:chgData name="Saipavan Pabba" userId="aa2da44c34799f3d" providerId="LiveId" clId="{A4916B64-A7D5-45E9-B613-1457CE872AC0}" dt="2026-09-05T12:04:01.631" v="376" actId="208"/>
        <pc:sldMkLst>
          <pc:docMk/>
          <pc:sldMk cId="0" sldId="257"/>
        </pc:sldMkLst>
        <pc:spChg chg="del">
          <ac:chgData name="Saipavan Pabba" userId="aa2da44c34799f3d" providerId="LiveId" clId="{A4916B64-A7D5-45E9-B613-1457CE872AC0}" dt="2026-09-05T12:03:39.320" v="373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2:03:36.628" v="372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2:04:01.631" v="376" actId="208"/>
          <ac:spMkLst>
            <pc:docMk/>
            <pc:sldMk cId="0" sldId="257"/>
            <ac:spMk id="5" creationId="{E8BA6470-0761-98A9-3DE9-4B3D5A37BB46}"/>
          </ac:spMkLst>
        </pc:spChg>
        <pc:spChg chg="mod">
          <ac:chgData name="Saipavan Pabba" userId="aa2da44c34799f3d" providerId="LiveId" clId="{A4916B64-A7D5-45E9-B613-1457CE872AC0}" dt="2026-09-05T11:37:49.443" v="307" actId="1076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1:54:12.752" v="356" actId="20577"/>
          <ac:spMkLst>
            <pc:docMk/>
            <pc:sldMk cId="0" sldId="257"/>
            <ac:spMk id="26" creationId="{EBC4DC62-8124-BF48-02C1-8DD82AA2E907}"/>
          </ac:spMkLst>
        </pc:spChg>
        <pc:spChg chg="add mod">
          <ac:chgData name="Saipavan Pabba" userId="aa2da44c34799f3d" providerId="LiveId" clId="{A4916B64-A7D5-45E9-B613-1457CE872AC0}" dt="2026-09-05T11:55:23.300" v="365" actId="1076"/>
          <ac:spMkLst>
            <pc:docMk/>
            <pc:sldMk cId="0" sldId="257"/>
            <ac:spMk id="28" creationId="{1E5E3588-F55E-0847-5B9B-D03D5C766B04}"/>
          </ac:spMkLst>
        </pc:spChg>
        <pc:grpChg chg="add mod">
          <ac:chgData name="Saipavan Pabba" userId="aa2da44c34799f3d" providerId="LiveId" clId="{A4916B64-A7D5-45E9-B613-1457CE872AC0}" dt="2026-09-05T11:37:45.716" v="306" actId="1076"/>
          <ac:grpSpMkLst>
            <pc:docMk/>
            <pc:sldMk cId="0" sldId="257"/>
            <ac:grpSpMk id="14" creationId="{F82A84F1-8DA3-C7AD-8844-F6E364C84E73}"/>
          </ac:grpSpMkLst>
        </pc:grp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7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8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16.152" v="289" actId="478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16" creationId="{EAA96815-49EC-79D2-E86D-A72C04AC161C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17" creationId="{262EA014-CD22-5AE2-3CEA-A058315A8A4E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19" creationId="{B63F9A91-1F6C-9E0A-BA13-35075B770078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20" creationId="{5CD23F63-A4AC-5D75-7AF1-4D572274756D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21" creationId="{415CD688-42FA-5994-A42B-D887F2901DF4}"/>
          </ac:picMkLst>
        </pc:picChg>
        <pc:picChg chg="mod">
          <ac:chgData name="Saipavan Pabba" userId="aa2da44c34799f3d" providerId="LiveId" clId="{A4916B64-A7D5-45E9-B613-1457CE872AC0}" dt="2026-09-05T11:37:45.716" v="306" actId="1076"/>
          <ac:picMkLst>
            <pc:docMk/>
            <pc:sldMk cId="0" sldId="257"/>
            <ac:picMk id="22" creationId="{E2BCAE49-FA78-5162-4AA6-76415C19EAA7}"/>
          </ac:picMkLst>
        </pc:picChg>
        <pc:picChg chg="mod">
          <ac:chgData name="Saipavan Pabba" userId="aa2da44c34799f3d" providerId="LiveId" clId="{A4916B64-A7D5-45E9-B613-1457CE872AC0}" dt="2026-09-05T11:55:11.212" v="364" actId="1076"/>
          <ac:picMkLst>
            <pc:docMk/>
            <pc:sldMk cId="0" sldId="257"/>
            <ac:picMk id="32" creationId="{598A7D11-FDB6-CDBB-BFA1-FB4CEE8D35BB}"/>
          </ac:picMkLst>
        </pc:picChg>
      </pc:sldChg>
      <pc:sldChg chg="addSp delSp modSp mod">
        <pc:chgData name="Saipavan Pabba" userId="aa2da44c34799f3d" providerId="LiveId" clId="{A4916B64-A7D5-45E9-B613-1457CE872AC0}" dt="2026-09-05T12:29:45.812" v="451" actId="20577"/>
        <pc:sldMkLst>
          <pc:docMk/>
          <pc:sldMk cId="0" sldId="258"/>
        </pc:sldMkLst>
        <pc:spChg chg="del">
          <ac:chgData name="Saipavan Pabba" userId="aa2da44c34799f3d" providerId="LiveId" clId="{A4916B64-A7D5-45E9-B613-1457CE872AC0}" dt="2026-09-05T12:04:12.432" v="378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aipavan Pabba" userId="aa2da44c34799f3d" providerId="LiveId" clId="{A4916B64-A7D5-45E9-B613-1457CE872AC0}" dt="2026-09-05T12:04:10.368" v="377" actId="478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2:04:17.071" v="380" actId="208"/>
          <ac:spMkLst>
            <pc:docMk/>
            <pc:sldMk cId="0" sldId="258"/>
            <ac:spMk id="5" creationId="{A9C0BFC7-0D6E-436A-3EB4-366A42AFB799}"/>
          </ac:spMkLst>
        </pc:spChg>
        <pc:spChg chg="mod">
          <ac:chgData name="Saipavan Pabba" userId="aa2da44c34799f3d" providerId="LiveId" clId="{A4916B64-A7D5-45E9-B613-1457CE872AC0}" dt="2026-09-05T12:24:07.551" v="411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2:23:31.559" v="409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2:24:24.387" v="412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2:29:45.812" v="451" actId="20577"/>
          <ac:spMkLst>
            <pc:docMk/>
            <pc:sldMk cId="0" sldId="258"/>
            <ac:spMk id="18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1:55:49.800" v="368" actId="14100"/>
          <ac:spMkLst>
            <pc:docMk/>
            <pc:sldMk cId="0" sldId="258"/>
            <ac:spMk id="30" creationId="{17887E9D-4E26-CC1E-2D32-8CB825F71E78}"/>
          </ac:spMkLst>
        </pc:spChg>
        <pc:spChg chg="add mod">
          <ac:chgData name="Saipavan Pabba" userId="aa2da44c34799f3d" providerId="LiveId" clId="{A4916B64-A7D5-45E9-B613-1457CE872AC0}" dt="2026-09-05T11:55:49.800" v="368" actId="14100"/>
          <ac:spMkLst>
            <pc:docMk/>
            <pc:sldMk cId="0" sldId="258"/>
            <ac:spMk id="32" creationId="{96916D55-A5AF-7383-801D-0B02DE177F3D}"/>
          </ac:spMkLst>
        </pc:spChg>
        <pc:grpChg chg="add mod">
          <ac:chgData name="Saipavan Pabba" userId="aa2da44c34799f3d" providerId="LiveId" clId="{A4916B64-A7D5-45E9-B613-1457CE872AC0}" dt="2026-09-05T11:36:50.437" v="297" actId="1076"/>
          <ac:grpSpMkLst>
            <pc:docMk/>
            <pc:sldMk cId="0" sldId="258"/>
            <ac:grpSpMk id="20" creationId="{6F7D4937-AF28-7BCD-26F5-638393A56640}"/>
          </ac:grpSpMkLst>
        </pc:grpChg>
        <pc:picChg chg="del">
          <ac:chgData name="Saipavan Pabba" userId="aa2da44c34799f3d" providerId="LiveId" clId="{A4916B64-A7D5-45E9-B613-1457CE872AC0}" dt="2026-09-05T11:36:44.796" v="295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44.796" v="295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44.796" v="295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39.112" v="294" actId="478"/>
          <ac:picMkLst>
            <pc:docMk/>
            <pc:sldMk cId="0" sldId="258"/>
            <ac:picMk id="7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39.112" v="294" actId="478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1:36:39.112" v="294" actId="478"/>
          <ac:picMkLst>
            <pc:docMk/>
            <pc:sldMk cId="0" sldId="258"/>
            <ac:picMk id="9" creationId="{00000000-0000-0000-0000-000000000000}"/>
          </ac:picMkLst>
        </pc:picChg>
        <pc:picChg chg="add del mod">
          <ac:chgData name="Saipavan Pabba" userId="aa2da44c34799f3d" providerId="LiveId" clId="{A4916B64-A7D5-45E9-B613-1457CE872AC0}" dt="2026-09-05T11:36:39.112" v="294" actId="478"/>
          <ac:picMkLst>
            <pc:docMk/>
            <pc:sldMk cId="0" sldId="258"/>
            <ac:picMk id="15" creationId="{A7BAFC90-4A78-BEFD-55AC-D92F14C0428E}"/>
          </ac:picMkLst>
        </pc:picChg>
        <pc:picChg chg="add del mod">
          <ac:chgData name="Saipavan Pabba" userId="aa2da44c34799f3d" providerId="LiveId" clId="{A4916B64-A7D5-45E9-B613-1457CE872AC0}" dt="2026-09-05T11:36:39.112" v="294" actId="478"/>
          <ac:picMkLst>
            <pc:docMk/>
            <pc:sldMk cId="0" sldId="258"/>
            <ac:picMk id="16" creationId="{BE9714CE-585A-34AA-BFBB-5E68A148FD99}"/>
          </ac:picMkLst>
        </pc:picChg>
        <pc:picChg chg="del">
          <ac:chgData name="Saipavan Pabba" userId="aa2da44c34799f3d" providerId="LiveId" clId="{A4916B64-A7D5-45E9-B613-1457CE872AC0}" dt="2026-09-05T12:22:20.469" v="398" actId="478"/>
          <ac:picMkLst>
            <pc:docMk/>
            <pc:sldMk cId="0" sldId="258"/>
            <ac:picMk id="19" creationId="{00000000-0000-0000-0000-000000000000}"/>
          </ac:picMkLst>
        </pc:picChg>
        <pc:picChg chg="mod">
          <ac:chgData name="Saipavan Pabba" userId="aa2da44c34799f3d" providerId="LiveId" clId="{A4916B64-A7D5-45E9-B613-1457CE872AC0}" dt="2026-09-05T12:22:25.271" v="399" actId="14100"/>
          <ac:picMkLst>
            <pc:docMk/>
            <pc:sldMk cId="0" sldId="258"/>
            <ac:picMk id="21" creationId="{3EB05796-4B00-5458-FAD5-6E9D8001A9C6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2" creationId="{C0D3B4AC-922B-3049-D289-4121C8B6EA58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3" creationId="{6C7B9DED-DEBD-786D-3993-DE31A289CC53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4" creationId="{E5C88330-8AC4-BBCC-A9A7-370F21D561F0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5" creationId="{9616AE76-25D5-D8B5-D89E-0029C43904CE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6" creationId="{C6223CCF-99AD-A84F-BD7F-241EF4293041}"/>
          </ac:picMkLst>
        </pc:picChg>
        <pc:picChg chg="mod">
          <ac:chgData name="Saipavan Pabba" userId="aa2da44c34799f3d" providerId="LiveId" clId="{A4916B64-A7D5-45E9-B613-1457CE872AC0}" dt="2026-09-05T11:36:50.437" v="297" actId="1076"/>
          <ac:picMkLst>
            <pc:docMk/>
            <pc:sldMk cId="0" sldId="258"/>
            <ac:picMk id="28" creationId="{63C0FCC4-0860-B0C5-A0C0-05DEAFEE0B0C}"/>
          </ac:picMkLst>
        </pc:picChg>
      </pc:sldChg>
      <pc:sldChg chg="addSp delSp modSp mod">
        <pc:chgData name="Saipavan Pabba" userId="aa2da44c34799f3d" providerId="LiveId" clId="{A4916B64-A7D5-45E9-B613-1457CE872AC0}" dt="2026-09-05T12:04:30.533" v="384" actId="208"/>
        <pc:sldMkLst>
          <pc:docMk/>
          <pc:sldMk cId="0" sldId="259"/>
        </pc:sldMkLst>
        <pc:spChg chg="del">
          <ac:chgData name="Saipavan Pabba" userId="aa2da44c34799f3d" providerId="LiveId" clId="{A4916B64-A7D5-45E9-B613-1457CE872AC0}" dt="2026-09-05T12:04:24.353" v="382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2:04:21.924" v="381" actId="478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2:04:30.533" v="384" actId="208"/>
          <ac:spMkLst>
            <pc:docMk/>
            <pc:sldMk cId="0" sldId="259"/>
            <ac:spMk id="5" creationId="{01376FDA-A65B-75C1-7802-39DF8AD8E73D}"/>
          </ac:spMkLst>
        </pc:spChg>
        <pc:spChg chg="add">
          <ac:chgData name="Saipavan Pabba" userId="aa2da44c34799f3d" providerId="LiveId" clId="{A4916B64-A7D5-45E9-B613-1457CE872AC0}" dt="2026-09-05T11:55:55.048" v="369" actId="22"/>
          <ac:spMkLst>
            <pc:docMk/>
            <pc:sldMk cId="0" sldId="259"/>
            <ac:spMk id="20" creationId="{2D63B1D4-260E-18A9-AE48-A72114C06136}"/>
          </ac:spMkLst>
        </pc:spChg>
        <pc:spChg chg="add">
          <ac:chgData name="Saipavan Pabba" userId="aa2da44c34799f3d" providerId="LiveId" clId="{A4916B64-A7D5-45E9-B613-1457CE872AC0}" dt="2026-09-05T11:55:55.048" v="369" actId="22"/>
          <ac:spMkLst>
            <pc:docMk/>
            <pc:sldMk cId="0" sldId="259"/>
            <ac:spMk id="27" creationId="{A8C840A3-8DC8-E8EF-AC0A-CAB732E88DC7}"/>
          </ac:spMkLst>
        </pc:spChg>
        <pc:grpChg chg="add mod">
          <ac:chgData name="Saipavan Pabba" userId="aa2da44c34799f3d" providerId="LiveId" clId="{A4916B64-A7D5-45E9-B613-1457CE872AC0}" dt="2026-09-05T11:39:38.986" v="309"/>
          <ac:grpSpMkLst>
            <pc:docMk/>
            <pc:sldMk cId="0" sldId="259"/>
            <ac:grpSpMk id="10" creationId="{FF29D69F-3873-D248-4B10-B9549DCBD187}"/>
          </ac:grpSpMkLst>
        </pc:grp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4" creationId="{00000000-0000-0000-0000-000000000000}"/>
          </ac:picMkLst>
        </pc:pic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5" creationId="{00000000-0000-0000-0000-000000000000}"/>
          </ac:picMkLst>
        </pc:pic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6" creationId="{00000000-0000-0000-0000-000000000000}"/>
          </ac:picMkLst>
        </pc:pic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7" creationId="{00000000-0000-0000-0000-000000000000}"/>
          </ac:picMkLst>
        </pc:pic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8" creationId="{00000000-0000-0000-0000-000000000000}"/>
          </ac:picMkLst>
        </pc:picChg>
        <pc:picChg chg="del mod">
          <ac:chgData name="Saipavan Pabba" userId="aa2da44c34799f3d" providerId="LiveId" clId="{A4916B64-A7D5-45E9-B613-1457CE872AC0}" dt="2026-09-05T11:39:37.906" v="308" actId="478"/>
          <ac:picMkLst>
            <pc:docMk/>
            <pc:sldMk cId="0" sldId="259"/>
            <ac:picMk id="9" creationId="{00000000-0000-0000-0000-000000000000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1" creationId="{7105798E-22BA-4417-C3D2-BB481667A7D7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3" creationId="{842F15A7-FA7C-DFC7-E106-105FFC0EEF8D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4" creationId="{6A1B479A-74AC-6B40-9C01-02DA0EEAF7B5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5" creationId="{0551D89D-05F2-2F64-EA7C-1AF26133E53A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6" creationId="{5713CF93-EF4B-C478-C927-2157A149FCC0}"/>
          </ac:picMkLst>
        </pc:picChg>
        <pc:picChg chg="mod">
          <ac:chgData name="Saipavan Pabba" userId="aa2da44c34799f3d" providerId="LiveId" clId="{A4916B64-A7D5-45E9-B613-1457CE872AC0}" dt="2026-09-05T11:39:38.986" v="309"/>
          <ac:picMkLst>
            <pc:docMk/>
            <pc:sldMk cId="0" sldId="259"/>
            <ac:picMk id="17" creationId="{06FCDC64-F991-4DAB-9383-3D147986ED22}"/>
          </ac:picMkLst>
        </pc:picChg>
        <pc:picChg chg="mod">
          <ac:chgData name="Saipavan Pabba" userId="aa2da44c34799f3d" providerId="LiveId" clId="{A4916B64-A7D5-45E9-B613-1457CE872AC0}" dt="2026-09-05T11:31:59.057" v="260" actId="1076"/>
          <ac:picMkLst>
            <pc:docMk/>
            <pc:sldMk cId="0" sldId="259"/>
            <ac:picMk id="28" creationId="{12EF7449-A8D8-2D1D-2BC9-3BF79397205E}"/>
          </ac:picMkLst>
        </pc:picChg>
      </pc:sldChg>
      <pc:sldChg chg="addSp delSp modSp mod">
        <pc:chgData name="Saipavan Pabba" userId="aa2da44c34799f3d" providerId="LiveId" clId="{A4916B64-A7D5-45E9-B613-1457CE872AC0}" dt="2026-09-05T12:04:41.922" v="387" actId="208"/>
        <pc:sldMkLst>
          <pc:docMk/>
          <pc:sldMk cId="0" sldId="260"/>
        </pc:sldMkLst>
        <pc:spChg chg="add mod">
          <ac:chgData name="Saipavan Pabba" userId="aa2da44c34799f3d" providerId="LiveId" clId="{A4916B64-A7D5-45E9-B613-1457CE872AC0}" dt="2026-09-05T12:04:41.922" v="387" actId="208"/>
          <ac:spMkLst>
            <pc:docMk/>
            <pc:sldMk cId="0" sldId="260"/>
            <ac:spMk id="5" creationId="{C5C2BDBC-F4E5-EAC9-D97C-90D6B7CB04B2}"/>
          </ac:spMkLst>
        </pc:spChg>
        <pc:spChg chg="add mod">
          <ac:chgData name="Saipavan Pabba" userId="aa2da44c34799f3d" providerId="LiveId" clId="{A4916B64-A7D5-45E9-B613-1457CE872AC0}" dt="2026-09-05T11:50:36.678" v="327" actId="1076"/>
          <ac:spMkLst>
            <pc:docMk/>
            <pc:sldMk cId="0" sldId="260"/>
            <ac:spMk id="6" creationId="{7CA0907D-DC7A-BC34-F035-33E719DB38AC}"/>
          </ac:spMkLst>
        </pc:spChg>
        <pc:spChg chg="add del">
          <ac:chgData name="Saipavan Pabba" userId="aa2da44c34799f3d" providerId="LiveId" clId="{A4916B64-A7D5-45E9-B613-1457CE872AC0}" dt="2026-09-05T12:04:35.508" v="385" actId="478"/>
          <ac:spMkLst>
            <pc:docMk/>
            <pc:sldMk cId="0" sldId="260"/>
            <ac:spMk id="17" creationId="{D66C1F13-9189-7994-50F4-8815BD8D9CD1}"/>
          </ac:spMkLst>
        </pc:spChg>
        <pc:spChg chg="add">
          <ac:chgData name="Saipavan Pabba" userId="aa2da44c34799f3d" providerId="LiveId" clId="{A4916B64-A7D5-45E9-B613-1457CE872AC0}" dt="2026-09-05T11:55:59.133" v="370" actId="22"/>
          <ac:spMkLst>
            <pc:docMk/>
            <pc:sldMk cId="0" sldId="260"/>
            <ac:spMk id="21" creationId="{D319D501-FEDE-7927-794E-60F9DCBE780F}"/>
          </ac:spMkLst>
        </pc:spChg>
        <pc:spChg chg="add">
          <ac:chgData name="Saipavan Pabba" userId="aa2da44c34799f3d" providerId="LiveId" clId="{A4916B64-A7D5-45E9-B613-1457CE872AC0}" dt="2026-09-05T11:55:59.133" v="370" actId="22"/>
          <ac:spMkLst>
            <pc:docMk/>
            <pc:sldMk cId="0" sldId="260"/>
            <ac:spMk id="23" creationId="{D755801E-C349-1B9E-8B69-448952B973DD}"/>
          </ac:spMkLst>
        </pc:spChg>
        <pc:grpChg chg="add mod">
          <ac:chgData name="Saipavan Pabba" userId="aa2da44c34799f3d" providerId="LiveId" clId="{A4916B64-A7D5-45E9-B613-1457CE872AC0}" dt="2026-09-05T11:50:06.316" v="324"/>
          <ac:grpSpMkLst>
            <pc:docMk/>
            <pc:sldMk cId="0" sldId="260"/>
            <ac:grpSpMk id="7" creationId="{DC39AF79-651F-2F4C-13F9-77042CABA95D}"/>
          </ac:grpSpMkLst>
        </pc:grpChg>
        <pc:picChg chg="add mod">
          <ac:chgData name="Saipavan Pabba" userId="aa2da44c34799f3d" providerId="LiveId" clId="{A4916B64-A7D5-45E9-B613-1457CE872AC0}" dt="2026-09-05T11:49:26.169" v="321" actId="1076"/>
          <ac:picMkLst>
            <pc:docMk/>
            <pc:sldMk cId="0" sldId="260"/>
            <ac:picMk id="4" creationId="{094C8992-D0B5-4977-4A63-6D9FA71FF24D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8" creationId="{4CFD03EC-2DB1-46C5-C294-982278ABA1DC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9" creationId="{163F7360-6C62-5AD8-CA05-5754206EB2C4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10" creationId="{958FD97B-7CC8-605D-FFC5-3BB7D4A47BAB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11" creationId="{33545F83-C877-BE16-BACA-873CB1C065FB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13" creationId="{A878F7CC-5EDB-528B-171C-5E0D4BCF369E}"/>
          </ac:picMkLst>
        </pc:picChg>
        <pc:picChg chg="mod">
          <ac:chgData name="Saipavan Pabba" userId="aa2da44c34799f3d" providerId="LiveId" clId="{A4916B64-A7D5-45E9-B613-1457CE872AC0}" dt="2026-09-05T11:50:06.316" v="324"/>
          <ac:picMkLst>
            <pc:docMk/>
            <pc:sldMk cId="0" sldId="260"/>
            <ac:picMk id="14" creationId="{56283BF0-4FC2-800E-DCB0-54178A1F4711}"/>
          </ac:picMkLst>
        </pc:picChg>
        <pc:picChg chg="del mod">
          <ac:chgData name="Saipavan Pabba" userId="aa2da44c34799f3d" providerId="LiveId" clId="{A4916B64-A7D5-45E9-B613-1457CE872AC0}" dt="2026-09-05T11:49:21.211" v="318" actId="478"/>
          <ac:picMkLst>
            <pc:docMk/>
            <pc:sldMk cId="0" sldId="260"/>
            <ac:picMk id="24" creationId="{554CD6A5-FD61-945B-02A9-ADA0DB56D2D3}"/>
          </ac:picMkLst>
        </pc:picChg>
      </pc:sldChg>
      <pc:sldChg chg="addSp delSp modSp mod">
        <pc:chgData name="Saipavan Pabba" userId="aa2da44c34799f3d" providerId="LiveId" clId="{A4916B64-A7D5-45E9-B613-1457CE872AC0}" dt="2026-09-05T12:17:48.609" v="397" actId="14100"/>
        <pc:sldMkLst>
          <pc:docMk/>
          <pc:sldMk cId="0" sldId="261"/>
        </pc:sldMkLst>
        <pc:spChg chg="del">
          <ac:chgData name="Saipavan Pabba" userId="aa2da44c34799f3d" providerId="LiveId" clId="{A4916B64-A7D5-45E9-B613-1457CE872AC0}" dt="2026-09-05T12:04:50.142" v="389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Saipavan Pabba" userId="aa2da44c34799f3d" providerId="LiveId" clId="{A4916B64-A7D5-45E9-B613-1457CE872AC0}" dt="2026-09-05T12:04:47.336" v="388" actId="47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Saipavan Pabba" userId="aa2da44c34799f3d" providerId="LiveId" clId="{A4916B64-A7D5-45E9-B613-1457CE872AC0}" dt="2026-09-05T11:54:32.793" v="358" actId="1076"/>
          <ac:spMkLst>
            <pc:docMk/>
            <pc:sldMk cId="0" sldId="261"/>
            <ac:spMk id="11" creationId="{06B0BCC3-0312-BCCD-F6EA-2F95FA1284FF}"/>
          </ac:spMkLst>
        </pc:spChg>
        <pc:spChg chg="add mod">
          <ac:chgData name="Saipavan Pabba" userId="aa2da44c34799f3d" providerId="LiveId" clId="{A4916B64-A7D5-45E9-B613-1457CE872AC0}" dt="2026-09-05T11:54:48.032" v="361" actId="1076"/>
          <ac:spMkLst>
            <pc:docMk/>
            <pc:sldMk cId="0" sldId="261"/>
            <ac:spMk id="15" creationId="{91B5345A-5993-FE7C-97F5-88DDAAFC9601}"/>
          </ac:spMkLst>
        </pc:spChg>
        <pc:spChg chg="add mod">
          <ac:chgData name="Saipavan Pabba" userId="aa2da44c34799f3d" providerId="LiveId" clId="{A4916B64-A7D5-45E9-B613-1457CE872AC0}" dt="2026-09-05T11:54:36.460" v="360" actId="571"/>
          <ac:spMkLst>
            <pc:docMk/>
            <pc:sldMk cId="0" sldId="261"/>
            <ac:spMk id="20" creationId="{042A054F-E1E1-71B2-8EE6-6C48A35CC1A8}"/>
          </ac:spMkLst>
        </pc:spChg>
        <pc:spChg chg="add mod">
          <ac:chgData name="Saipavan Pabba" userId="aa2da44c34799f3d" providerId="LiveId" clId="{A4916B64-A7D5-45E9-B613-1457CE872AC0}" dt="2026-09-05T12:04:55.277" v="391" actId="208"/>
          <ac:spMkLst>
            <pc:docMk/>
            <pc:sldMk cId="0" sldId="261"/>
            <ac:spMk id="20" creationId="{BDA4B8B4-0A8E-D316-E356-FA18BC8CCCEC}"/>
          </ac:spMkLst>
        </pc:spChg>
        <pc:grpChg chg="add mod">
          <ac:chgData name="Saipavan Pabba" userId="aa2da44c34799f3d" providerId="LiveId" clId="{A4916B64-A7D5-45E9-B613-1457CE872AC0}" dt="2026-09-05T12:07:45.274" v="395"/>
          <ac:grpSpMkLst>
            <pc:docMk/>
            <pc:sldMk cId="0" sldId="261"/>
            <ac:grpSpMk id="21" creationId="{C97B8347-F51A-4199-0F26-96F7A49FC631}"/>
          </ac:grpSpMkLst>
        </pc:grp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7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8" creationId="{00000000-0000-0000-0000-000000000000}"/>
          </ac:picMkLst>
        </pc:picChg>
        <pc:picChg chg="del">
          <ac:chgData name="Saipavan Pabba" userId="aa2da44c34799f3d" providerId="LiveId" clId="{A4916B64-A7D5-45E9-B613-1457CE872AC0}" dt="2026-09-05T12:07:37.939" v="394" actId="478"/>
          <ac:picMkLst>
            <pc:docMk/>
            <pc:sldMk cId="0" sldId="261"/>
            <ac:picMk id="9" creationId="{00000000-0000-0000-0000-000000000000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3" creationId="{ACF825ED-44AD-5DE1-2CBF-C63B1C4D32F0}"/>
          </ac:picMkLst>
        </pc:picChg>
        <pc:picChg chg="mod">
          <ac:chgData name="Saipavan Pabba" userId="aa2da44c34799f3d" providerId="LiveId" clId="{A4916B64-A7D5-45E9-B613-1457CE872AC0}" dt="2026-09-05T12:17:48.609" v="397" actId="14100"/>
          <ac:picMkLst>
            <pc:docMk/>
            <pc:sldMk cId="0" sldId="261"/>
            <ac:picMk id="24" creationId="{619D10F8-6E4B-032B-426E-D0F9FF42B5F3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5" creationId="{6993DCE5-A8B6-2279-6B9C-59E442554D55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6" creationId="{47AA23C0-0325-30DB-FBFD-91041784D396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7" creationId="{93AB3FBB-0ECF-926B-533A-0D54FE427817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8" creationId="{EEC055A8-5BE7-8E45-6965-D6BAE284A6BE}"/>
          </ac:picMkLst>
        </pc:picChg>
        <pc:picChg chg="mod">
          <ac:chgData name="Saipavan Pabba" userId="aa2da44c34799f3d" providerId="LiveId" clId="{A4916B64-A7D5-45E9-B613-1457CE872AC0}" dt="2026-09-05T12:07:45.274" v="395"/>
          <ac:picMkLst>
            <pc:docMk/>
            <pc:sldMk cId="0" sldId="261"/>
            <ac:picMk id="29" creationId="{1FB14EB8-45F7-4DA7-D54A-873D21C1F7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79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 txBox="1"/>
          <p:nvPr/>
        </p:nvSpPr>
        <p:spPr>
          <a:xfrm>
            <a:off x="521208" y="11263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solidFill>
                  <a:srgbClr val="2E5AAC"/>
                </a:solidFill>
                <a:latin typeface="Garmond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3200" dirty="0">
              <a:latin typeface="Garmond"/>
            </a:endParaRPr>
          </a:p>
        </p:txBody>
      </p:sp>
      <p:sp>
        <p:nvSpPr>
          <p:cNvPr id="11" name="Text 3"/>
          <p:cNvSpPr txBox="1"/>
          <p:nvPr/>
        </p:nvSpPr>
        <p:spPr>
          <a:xfrm>
            <a:off x="554455" y="1663031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6" descr="assets/brain_icon_on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0" y="2697480"/>
            <a:ext cx="2743200" cy="309067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01C7E3C-A12E-A667-1C56-DEC8D632A7EC}"/>
              </a:ext>
            </a:extLst>
          </p:cNvPr>
          <p:cNvGrpSpPr/>
          <p:nvPr/>
        </p:nvGrpSpPr>
        <p:grpSpPr>
          <a:xfrm>
            <a:off x="2469697" y="259586"/>
            <a:ext cx="7877185" cy="695623"/>
            <a:chOff x="651732" y="38165"/>
            <a:chExt cx="10694324" cy="87039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25BD78C-D990-4E2A-16F5-0641193A6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21" name="Google Shape;212;p1">
              <a:extLst>
                <a:ext uri="{FF2B5EF4-FFF2-40B4-BE49-F238E27FC236}">
                  <a16:creationId xmlns:a16="http://schemas.microsoft.com/office/drawing/2014/main" id="{9B1D796F-16C5-5374-7A65-DE51014613D9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13;p1">
              <a:extLst>
                <a:ext uri="{FF2B5EF4-FFF2-40B4-BE49-F238E27FC236}">
                  <a16:creationId xmlns:a16="http://schemas.microsoft.com/office/drawing/2014/main" id="{7D78EA7E-3BA7-9C90-8738-ABA98B255B31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4;p1">
              <a:extLst>
                <a:ext uri="{FF2B5EF4-FFF2-40B4-BE49-F238E27FC236}">
                  <a16:creationId xmlns:a16="http://schemas.microsoft.com/office/drawing/2014/main" id="{114E95CE-7A1D-2FD4-084E-03DE6B4BA4D6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15;p1">
              <a:extLst>
                <a:ext uri="{FF2B5EF4-FFF2-40B4-BE49-F238E27FC236}">
                  <a16:creationId xmlns:a16="http://schemas.microsoft.com/office/drawing/2014/main" id="{7A23BA7A-AD48-834A-2063-AD1D6C5A4A58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Picture 2" descr="C:\Users\RVR\Downloads\IICLogo.png">
              <a:extLst>
                <a:ext uri="{FF2B5EF4-FFF2-40B4-BE49-F238E27FC236}">
                  <a16:creationId xmlns:a16="http://schemas.microsoft.com/office/drawing/2014/main" id="{F43876AF-AACA-1B5F-5F7D-40482A18C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ACE59AD-2B81-DB41-7B3E-A99E56889F0A}"/>
              </a:ext>
            </a:extLst>
          </p:cNvPr>
          <p:cNvSpPr txBox="1"/>
          <p:nvPr/>
        </p:nvSpPr>
        <p:spPr>
          <a:xfrm>
            <a:off x="548640" y="1559968"/>
            <a:ext cx="6094070" cy="517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SIH26140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Title-AI-Based Interactive Quantum Algorithm Learning Platform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Cognitive Crew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B5FAE"/>
          </a:solidFill>
          <a:ln/>
        </p:spPr>
      </p:sp>
      <p:sp>
        <p:nvSpPr>
          <p:cNvPr id="11" name="Text 3"/>
          <p:cNvSpPr txBox="1"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— Quria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1154887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5"/>
          <p:cNvSpPr txBox="1"/>
          <p:nvPr/>
        </p:nvSpPr>
        <p:spPr>
          <a:xfrm>
            <a:off x="228600" y="859339"/>
            <a:ext cx="11640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QURIO — </a:t>
            </a:r>
            <a:r>
              <a:rPr lang="en-IN" sz="2000" b="1" dirty="0"/>
              <a:t>AI-Powered Interactive Quantum Algorithm Learning Platform</a:t>
            </a:r>
          </a:p>
          <a:p>
            <a:pPr algn="ctr"/>
            <a:r>
              <a:rPr lang="en-IN" sz="1000" dirty="0"/>
              <a:t>Learn quantum algorithms. Build circuits. Understand real hardware.</a:t>
            </a:r>
            <a:endParaRPr lang="en-US" sz="1000" b="1" dirty="0"/>
          </a:p>
        </p:txBody>
      </p:sp>
      <p:sp>
        <p:nvSpPr>
          <p:cNvPr id="15" name="Text 7"/>
          <p:cNvSpPr txBox="1"/>
          <p:nvPr/>
        </p:nvSpPr>
        <p:spPr>
          <a:xfrm>
            <a:off x="411480" y="1554480"/>
            <a:ext cx="5408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0"/>
          <p:cNvSpPr txBox="1"/>
          <p:nvPr/>
        </p:nvSpPr>
        <p:spPr>
          <a:xfrm>
            <a:off x="6368796" y="1554480"/>
            <a:ext cx="5408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14"/>
          <p:cNvSpPr txBox="1"/>
          <p:nvPr/>
        </p:nvSpPr>
        <p:spPr>
          <a:xfrm>
            <a:off x="8217408" y="260604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8217408" y="2926080"/>
            <a:ext cx="36972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8A7D11-FDB6-CDBB-BFA1-FB4CEE8D3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4648"/>
            <a:ext cx="12188952" cy="508101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82A84F1-8DA3-C7AD-8844-F6E364C84E73}"/>
              </a:ext>
            </a:extLst>
          </p:cNvPr>
          <p:cNvGrpSpPr/>
          <p:nvPr/>
        </p:nvGrpSpPr>
        <p:grpSpPr>
          <a:xfrm>
            <a:off x="2110163" y="99905"/>
            <a:ext cx="7877185" cy="695623"/>
            <a:chOff x="651732" y="38165"/>
            <a:chExt cx="10694324" cy="87039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AA96815-49EC-79D2-E86D-A72C04AC1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7" name="Google Shape;212;p1">
              <a:extLst>
                <a:ext uri="{FF2B5EF4-FFF2-40B4-BE49-F238E27FC236}">
                  <a16:creationId xmlns:a16="http://schemas.microsoft.com/office/drawing/2014/main" id="{262EA014-CD22-5AE2-3CEA-A058315A8A4E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213;p1">
              <a:extLst>
                <a:ext uri="{FF2B5EF4-FFF2-40B4-BE49-F238E27FC236}">
                  <a16:creationId xmlns:a16="http://schemas.microsoft.com/office/drawing/2014/main" id="{B63F9A91-1F6C-9E0A-BA13-35075B770078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14;p1">
              <a:extLst>
                <a:ext uri="{FF2B5EF4-FFF2-40B4-BE49-F238E27FC236}">
                  <a16:creationId xmlns:a16="http://schemas.microsoft.com/office/drawing/2014/main" id="{5CD23F63-A4AC-5D75-7AF1-4D572274756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5;p1">
              <a:extLst>
                <a:ext uri="{FF2B5EF4-FFF2-40B4-BE49-F238E27FC236}">
                  <a16:creationId xmlns:a16="http://schemas.microsoft.com/office/drawing/2014/main" id="{415CD688-42FA-5994-A42B-D887F2901DF4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" descr="C:\Users\RVR\Downloads\IICLogo.png">
              <a:extLst>
                <a:ext uri="{FF2B5EF4-FFF2-40B4-BE49-F238E27FC236}">
                  <a16:creationId xmlns:a16="http://schemas.microsoft.com/office/drawing/2014/main" id="{E2BCAE49-FA78-5162-4AA6-76415C19E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4DC62-8124-BF48-02C1-8DD82AA2E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3096"/>
            <a:ext cx="12191999" cy="37490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lvl="0"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E5E3588-F55E-0847-5B9B-D03D5C766B04}"/>
              </a:ext>
            </a:extLst>
          </p:cNvPr>
          <p:cNvSpPr txBox="1">
            <a:spLocks/>
          </p:cNvSpPr>
          <p:nvPr/>
        </p:nvSpPr>
        <p:spPr>
          <a:xfrm>
            <a:off x="8795512" y="6535740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E8BA6470-0761-98A9-3DE9-4B3D5A37BB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B5FAE"/>
          </a:solidFill>
          <a:ln/>
        </p:spPr>
      </p:sp>
      <p:sp>
        <p:nvSpPr>
          <p:cNvPr id="11" name="Text 3"/>
          <p:cNvSpPr txBox="1"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— Quria</a:t>
            </a:r>
            <a:endParaRPr lang="en-US" sz="1100" dirty="0"/>
          </a:p>
        </p:txBody>
      </p:sp>
      <p:sp>
        <p:nvSpPr>
          <p:cNvPr id="12" name="Text 4"/>
          <p:cNvSpPr txBox="1"/>
          <p:nvPr/>
        </p:nvSpPr>
        <p:spPr>
          <a:xfrm>
            <a:off x="1154887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5"/>
          <p:cNvSpPr txBox="1"/>
          <p:nvPr/>
        </p:nvSpPr>
        <p:spPr>
          <a:xfrm>
            <a:off x="274320" y="896112"/>
            <a:ext cx="11640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14" name="Text 6"/>
          <p:cNvSpPr txBox="1"/>
          <p:nvPr/>
        </p:nvSpPr>
        <p:spPr>
          <a:xfrm>
            <a:off x="284711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Technologies Used:</a:t>
            </a:r>
          </a:p>
        </p:txBody>
      </p:sp>
      <p:sp>
        <p:nvSpPr>
          <p:cNvPr id="17" name="Text 8"/>
          <p:cNvSpPr txBox="1"/>
          <p:nvPr/>
        </p:nvSpPr>
        <p:spPr>
          <a:xfrm>
            <a:off x="8480281" y="1472839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Implementation Flow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8583561" y="1796796"/>
            <a:ext cx="3256542" cy="341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multi-SDK script / visual canvas sends circuit input to the Spring Boot Gateway.
Gateway streams the request through Kafka to the Python worker cluster.
ANTLR4 transpiles visual/code input into a unified OpenQASM 3.0 pipeline.
Multi-backend runner executes the matching SDK loop (Aer / Cirq / PennyLane).
D3.js layer renders Bloch spheres, probability charts and circuit metrics.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B05796-4B00-5458-FAD5-6E9D8001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99616"/>
            <a:ext cx="4017266" cy="48967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BCD194A-81BD-9098-1B64-98A07455A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6" y="1708601"/>
            <a:ext cx="4227870" cy="472420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F7D4937-AF28-7BCD-26F5-638393A56640}"/>
              </a:ext>
            </a:extLst>
          </p:cNvPr>
          <p:cNvGrpSpPr/>
          <p:nvPr/>
        </p:nvGrpSpPr>
        <p:grpSpPr>
          <a:xfrm>
            <a:off x="2220321" y="167598"/>
            <a:ext cx="7877185" cy="695623"/>
            <a:chOff x="651732" y="38165"/>
            <a:chExt cx="10694324" cy="87039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0D3B4AC-922B-3049-D289-4121C8B6E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23" name="Google Shape;212;p1">
              <a:extLst>
                <a:ext uri="{FF2B5EF4-FFF2-40B4-BE49-F238E27FC236}">
                  <a16:creationId xmlns:a16="http://schemas.microsoft.com/office/drawing/2014/main" id="{6C7B9DED-DEBD-786D-3993-DE31A289CC53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13;p1">
              <a:extLst>
                <a:ext uri="{FF2B5EF4-FFF2-40B4-BE49-F238E27FC236}">
                  <a16:creationId xmlns:a16="http://schemas.microsoft.com/office/drawing/2014/main" id="{E5C88330-8AC4-BBCC-A9A7-370F21D561F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14;p1">
              <a:extLst>
                <a:ext uri="{FF2B5EF4-FFF2-40B4-BE49-F238E27FC236}">
                  <a16:creationId xmlns:a16="http://schemas.microsoft.com/office/drawing/2014/main" id="{9616AE76-25D5-D8B5-D89E-0029C43904CE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15;p1">
              <a:extLst>
                <a:ext uri="{FF2B5EF4-FFF2-40B4-BE49-F238E27FC236}">
                  <a16:creationId xmlns:a16="http://schemas.microsoft.com/office/drawing/2014/main" id="{C6223CCF-99AD-A84F-BD7F-241EF4293041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Picture 2" descr="C:\Users\RVR\Downloads\IICLogo.png">
              <a:extLst>
                <a:ext uri="{FF2B5EF4-FFF2-40B4-BE49-F238E27FC236}">
                  <a16:creationId xmlns:a16="http://schemas.microsoft.com/office/drawing/2014/main" id="{63C0FCC4-0860-B0C5-A0C0-05DEAFEE0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7887E9D-4E26-CC1E-2D32-8CB825F71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3096"/>
            <a:ext cx="12191999" cy="37490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lvl="0"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6916D55-A5AF-7383-801D-0B02DE177F3D}"/>
              </a:ext>
            </a:extLst>
          </p:cNvPr>
          <p:cNvSpPr txBox="1">
            <a:spLocks/>
          </p:cNvSpPr>
          <p:nvPr/>
        </p:nvSpPr>
        <p:spPr>
          <a:xfrm>
            <a:off x="8795512" y="6535740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9C0BFC7-0D6E-436A-3EB4-366A42AFB7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/>
          <p:cNvSpPr txBox="1"/>
          <p:nvPr/>
        </p:nvSpPr>
        <p:spPr>
          <a:xfrm>
            <a:off x="1154887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0"/>
          <p:cNvSpPr txBox="1"/>
          <p:nvPr/>
        </p:nvSpPr>
        <p:spPr>
          <a:xfrm>
            <a:off x="6368796" y="1490472"/>
            <a:ext cx="5408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274320" y="3703320"/>
            <a:ext cx="36972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</p:txBody>
      </p:sp>
      <p:sp>
        <p:nvSpPr>
          <p:cNvPr id="23" name="Text 15"/>
          <p:cNvSpPr txBox="1"/>
          <p:nvPr/>
        </p:nvSpPr>
        <p:spPr>
          <a:xfrm>
            <a:off x="4245864" y="338328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4245864" y="3703320"/>
            <a:ext cx="36972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</p:txBody>
      </p:sp>
      <p:sp>
        <p:nvSpPr>
          <p:cNvPr id="25" name="Text 17"/>
          <p:cNvSpPr txBox="1"/>
          <p:nvPr/>
        </p:nvSpPr>
        <p:spPr>
          <a:xfrm>
            <a:off x="8217408" y="338328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217408" y="3703320"/>
            <a:ext cx="36972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EF7449-A8D8-2D1D-2BC9-3BF793972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527"/>
            <a:ext cx="12192000" cy="606247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29D69F-3873-D248-4B10-B9549DCBD187}"/>
              </a:ext>
            </a:extLst>
          </p:cNvPr>
          <p:cNvGrpSpPr/>
          <p:nvPr/>
        </p:nvGrpSpPr>
        <p:grpSpPr>
          <a:xfrm>
            <a:off x="2220321" y="167598"/>
            <a:ext cx="7877185" cy="695623"/>
            <a:chOff x="651732" y="38165"/>
            <a:chExt cx="10694324" cy="8703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05798E-22BA-4417-C3D2-BB481667A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3" name="Google Shape;212;p1">
              <a:extLst>
                <a:ext uri="{FF2B5EF4-FFF2-40B4-BE49-F238E27FC236}">
                  <a16:creationId xmlns:a16="http://schemas.microsoft.com/office/drawing/2014/main" id="{842F15A7-FA7C-DFC7-E106-105FFC0EEF8D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13;p1">
              <a:extLst>
                <a:ext uri="{FF2B5EF4-FFF2-40B4-BE49-F238E27FC236}">
                  <a16:creationId xmlns:a16="http://schemas.microsoft.com/office/drawing/2014/main" id="{6A1B479A-74AC-6B40-9C01-02DA0EEAF7B5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4;p1">
              <a:extLst>
                <a:ext uri="{FF2B5EF4-FFF2-40B4-BE49-F238E27FC236}">
                  <a16:creationId xmlns:a16="http://schemas.microsoft.com/office/drawing/2014/main" id="{0551D89D-05F2-2F64-EA7C-1AF26133E53A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5;p1">
              <a:extLst>
                <a:ext uri="{FF2B5EF4-FFF2-40B4-BE49-F238E27FC236}">
                  <a16:creationId xmlns:a16="http://schemas.microsoft.com/office/drawing/2014/main" id="{5713CF93-EF4B-C478-C927-2157A149FCC0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Picture 2" descr="C:\Users\RVR\Downloads\IICLogo.png">
              <a:extLst>
                <a:ext uri="{FF2B5EF4-FFF2-40B4-BE49-F238E27FC236}">
                  <a16:creationId xmlns:a16="http://schemas.microsoft.com/office/drawing/2014/main" id="{06FCDC64-F991-4DAB-9383-3D147986E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D63B1D4-260E-18A9-AE48-A72114C06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3096"/>
            <a:ext cx="12191999" cy="37490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lvl="0"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A8C840A3-8DC8-E8EF-AC0A-CAB732E88DC7}"/>
              </a:ext>
            </a:extLst>
          </p:cNvPr>
          <p:cNvSpPr txBox="1">
            <a:spLocks/>
          </p:cNvSpPr>
          <p:nvPr/>
        </p:nvSpPr>
        <p:spPr>
          <a:xfrm>
            <a:off x="8795512" y="6535740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01376FDA-A65B-75C1-7802-39DF8AD8E7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28600" y="164592"/>
            <a:ext cx="774290" cy="41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 4"/>
          <p:cNvSpPr txBox="1"/>
          <p:nvPr/>
        </p:nvSpPr>
        <p:spPr>
          <a:xfrm>
            <a:off x="1154887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7"/>
          <p:cNvSpPr txBox="1"/>
          <p:nvPr/>
        </p:nvSpPr>
        <p:spPr>
          <a:xfrm>
            <a:off x="274320" y="1783080"/>
            <a:ext cx="56829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8" name="Text 10"/>
          <p:cNvSpPr txBox="1"/>
          <p:nvPr/>
        </p:nvSpPr>
        <p:spPr>
          <a:xfrm>
            <a:off x="6231636" y="1463040"/>
            <a:ext cx="5682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6231636" y="1783080"/>
            <a:ext cx="56829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C8992-D0B5-4977-4A63-6D9FA71F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500"/>
            <a:ext cx="12192000" cy="552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A0907D-DC7A-BC34-F035-33E719DB38AC}"/>
              </a:ext>
            </a:extLst>
          </p:cNvPr>
          <p:cNvSpPr txBox="1"/>
          <p:nvPr/>
        </p:nvSpPr>
        <p:spPr>
          <a:xfrm>
            <a:off x="3738880" y="832207"/>
            <a:ext cx="443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39AF79-651F-2F4C-13F9-77042CABA95D}"/>
              </a:ext>
            </a:extLst>
          </p:cNvPr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FD03EC-2DB1-46C5-C294-982278ABA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9" name="Google Shape;212;p1">
              <a:extLst>
                <a:ext uri="{FF2B5EF4-FFF2-40B4-BE49-F238E27FC236}">
                  <a16:creationId xmlns:a16="http://schemas.microsoft.com/office/drawing/2014/main" id="{163F7360-6C62-5AD8-CA05-5754206EB2C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213;p1">
              <a:extLst>
                <a:ext uri="{FF2B5EF4-FFF2-40B4-BE49-F238E27FC236}">
                  <a16:creationId xmlns:a16="http://schemas.microsoft.com/office/drawing/2014/main" id="{958FD97B-7CC8-605D-FFC5-3BB7D4A47BA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14;p1">
              <a:extLst>
                <a:ext uri="{FF2B5EF4-FFF2-40B4-BE49-F238E27FC236}">
                  <a16:creationId xmlns:a16="http://schemas.microsoft.com/office/drawing/2014/main" id="{33545F83-C877-BE16-BACA-873CB1C065FB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215;p1">
              <a:extLst>
                <a:ext uri="{FF2B5EF4-FFF2-40B4-BE49-F238E27FC236}">
                  <a16:creationId xmlns:a16="http://schemas.microsoft.com/office/drawing/2014/main" id="{A878F7CC-5EDB-528B-171C-5E0D4BCF369E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2" descr="C:\Users\RVR\Downloads\IICLogo.png">
              <a:extLst>
                <a:ext uri="{FF2B5EF4-FFF2-40B4-BE49-F238E27FC236}">
                  <a16:creationId xmlns:a16="http://schemas.microsoft.com/office/drawing/2014/main" id="{56283BF0-4FC2-800E-DCB0-54178A1F47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319D501-FEDE-7927-794E-60F9DCBE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3096"/>
            <a:ext cx="12191999" cy="37490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lvl="0"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755801E-C349-1B9E-8B69-448952B973DD}"/>
              </a:ext>
            </a:extLst>
          </p:cNvPr>
          <p:cNvSpPr txBox="1">
            <a:spLocks/>
          </p:cNvSpPr>
          <p:nvPr/>
        </p:nvSpPr>
        <p:spPr>
          <a:xfrm>
            <a:off x="8795512" y="6535740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C5C2BDBC-F4E5-EAC9-D97C-90D6B7CB04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/>
          <p:cNvSpPr txBox="1"/>
          <p:nvPr/>
        </p:nvSpPr>
        <p:spPr>
          <a:xfrm>
            <a:off x="11548872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5"/>
          <p:cNvSpPr txBox="1"/>
          <p:nvPr/>
        </p:nvSpPr>
        <p:spPr>
          <a:xfrm>
            <a:off x="274320" y="896112"/>
            <a:ext cx="11640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6"/>
          <p:cNvSpPr txBox="1"/>
          <p:nvPr/>
        </p:nvSpPr>
        <p:spPr>
          <a:xfrm>
            <a:off x="274320" y="1508760"/>
            <a:ext cx="5682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8"/>
          <p:cNvSpPr txBox="1"/>
          <p:nvPr/>
        </p:nvSpPr>
        <p:spPr>
          <a:xfrm>
            <a:off x="274320" y="3794760"/>
            <a:ext cx="5682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274320" y="4114800"/>
            <a:ext cx="56829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6231636" y="1508760"/>
            <a:ext cx="5682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6231636" y="1828800"/>
            <a:ext cx="56829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6368796" y="4279392"/>
            <a:ext cx="54086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9D10F8-6E4B-032B-426E-D0F9FF42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3064"/>
            <a:ext cx="12191999" cy="59185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B0BCC3-0312-BCCD-F6EA-2F95FA12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672" y="6400800"/>
            <a:ext cx="12234671" cy="457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1B5345A-5993-FE7C-97F5-88DDAAFC9601}"/>
              </a:ext>
            </a:extLst>
          </p:cNvPr>
          <p:cNvSpPr txBox="1">
            <a:spLocks/>
          </p:cNvSpPr>
          <p:nvPr/>
        </p:nvSpPr>
        <p:spPr>
          <a:xfrm>
            <a:off x="8932672" y="6506463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BDA4B8B4-0A8E-D316-E356-FA18BC8CCC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7B8347-F51A-4199-0F26-96F7A49FC631}"/>
              </a:ext>
            </a:extLst>
          </p:cNvPr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CF825ED-44AD-5DE1-2CBF-C63B1C4D3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25" name="Google Shape;212;p1">
              <a:extLst>
                <a:ext uri="{FF2B5EF4-FFF2-40B4-BE49-F238E27FC236}">
                  <a16:creationId xmlns:a16="http://schemas.microsoft.com/office/drawing/2014/main" id="{6993DCE5-A8B6-2279-6B9C-59E442554D5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13;p1">
              <a:extLst>
                <a:ext uri="{FF2B5EF4-FFF2-40B4-BE49-F238E27FC236}">
                  <a16:creationId xmlns:a16="http://schemas.microsoft.com/office/drawing/2014/main" id="{47AA23C0-0325-30DB-FBFD-91041784D39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14;p1">
              <a:extLst>
                <a:ext uri="{FF2B5EF4-FFF2-40B4-BE49-F238E27FC236}">
                  <a16:creationId xmlns:a16="http://schemas.microsoft.com/office/drawing/2014/main" id="{93AB3FBB-0ECF-926B-533A-0D54FE427817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15;p1">
              <a:extLst>
                <a:ext uri="{FF2B5EF4-FFF2-40B4-BE49-F238E27FC236}">
                  <a16:creationId xmlns:a16="http://schemas.microsoft.com/office/drawing/2014/main" id="{EEC055A8-5BE7-8E45-6965-D6BAE284A6BE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Picture 2" descr="C:\Users\RVR\Downloads\IICLogo.png">
              <a:extLst>
                <a:ext uri="{FF2B5EF4-FFF2-40B4-BE49-F238E27FC236}">
                  <a16:creationId xmlns:a16="http://schemas.microsoft.com/office/drawing/2014/main" id="{1FB14EB8-45F7-4DA7-D54A-873D21C1F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172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Garmond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Saipavan Pabba</cp:lastModifiedBy>
  <cp:revision>6</cp:revision>
  <dcterms:created xsi:type="dcterms:W3CDTF">2026-09-05T05:02:09Z</dcterms:created>
  <dcterms:modified xsi:type="dcterms:W3CDTF">2026-09-05T12:29:54Z</dcterms:modified>
</cp:coreProperties>
</file>