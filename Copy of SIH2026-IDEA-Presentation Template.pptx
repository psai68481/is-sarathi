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8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751"/>
    <a:srgbClr val="9BBB59"/>
    <a:srgbClr val="39B0D4"/>
    <a:srgbClr val="727272"/>
    <a:srgbClr val="010000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avan Pabba" userId="aa2da44c34799f3d" providerId="LiveId" clId="{A4916B64-A7D5-45E9-B613-1457CE872AC0}"/>
    <pc:docChg chg="undo redo custSel addSld delSld modSld">
      <pc:chgData name="Saipavan Pabba" userId="aa2da44c34799f3d" providerId="LiveId" clId="{A4916B64-A7D5-45E9-B613-1457CE872AC0}" dt="2026-09-04T08:25:02.500" v="1047" actId="12"/>
      <pc:docMkLst>
        <pc:docMk/>
      </pc:docMkLst>
      <pc:sldChg chg="addSp delSp modSp mod">
        <pc:chgData name="Saipavan Pabba" userId="aa2da44c34799f3d" providerId="LiveId" clId="{A4916B64-A7D5-45E9-B613-1457CE872AC0}" dt="2026-09-04T08:22:20.156" v="1045" actId="1076"/>
        <pc:sldMkLst>
          <pc:docMk/>
          <pc:sldMk cId="0" sldId="281"/>
        </pc:sldMkLst>
        <pc:spChg chg="add mod">
          <ac:chgData name="Saipavan Pabba" userId="aa2da44c34799f3d" providerId="LiveId" clId="{A4916B64-A7D5-45E9-B613-1457CE872AC0}" dt="2026-09-03T02:17:15.819" v="214" actId="14100"/>
          <ac:spMkLst>
            <pc:docMk/>
            <pc:sldMk cId="0" sldId="281"/>
            <ac:spMk id="2" creationId="{D5C01D18-A5BC-1DC3-25CF-8B98A6CBE694}"/>
          </ac:spMkLst>
        </pc:spChg>
        <pc:spChg chg="add mod">
          <ac:chgData name="Saipavan Pabba" userId="aa2da44c34799f3d" providerId="LiveId" clId="{A4916B64-A7D5-45E9-B613-1457CE872AC0}" dt="2026-09-03T02:49:33.177" v="363" actId="14100"/>
          <ac:spMkLst>
            <pc:docMk/>
            <pc:sldMk cId="0" sldId="281"/>
            <ac:spMk id="3" creationId="{C37BC7F4-5B5A-9F06-1CDC-4B463BFCBE86}"/>
          </ac:spMkLst>
        </pc:spChg>
        <pc:spChg chg="add mod">
          <ac:chgData name="Saipavan Pabba" userId="aa2da44c34799f3d" providerId="LiveId" clId="{A4916B64-A7D5-45E9-B613-1457CE872AC0}" dt="2026-09-03T02:19:36.172" v="235" actId="1076"/>
          <ac:spMkLst>
            <pc:docMk/>
            <pc:sldMk cId="0" sldId="281"/>
            <ac:spMk id="4" creationId="{AECEA78F-CCE1-24B4-0876-38606A18405F}"/>
          </ac:spMkLst>
        </pc:spChg>
        <pc:spChg chg="add mod">
          <ac:chgData name="Saipavan Pabba" userId="aa2da44c34799f3d" providerId="LiveId" clId="{A4916B64-A7D5-45E9-B613-1457CE872AC0}" dt="2026-09-03T02:33:21.208" v="264" actId="255"/>
          <ac:spMkLst>
            <pc:docMk/>
            <pc:sldMk cId="0" sldId="281"/>
            <ac:spMk id="5" creationId="{F1E49338-6B73-58FC-ECEA-6A85C60E8CD2}"/>
          </ac:spMkLst>
        </pc:spChg>
        <pc:spChg chg="add mod">
          <ac:chgData name="Saipavan Pabba" userId="aa2da44c34799f3d" providerId="LiveId" clId="{A4916B64-A7D5-45E9-B613-1457CE872AC0}" dt="2026-09-04T08:22:20.156" v="1045" actId="1076"/>
          <ac:spMkLst>
            <pc:docMk/>
            <pc:sldMk cId="0" sldId="281"/>
            <ac:spMk id="8" creationId="{FCA95D82-1FF1-46FD-01F7-180275BD8496}"/>
          </ac:spMkLst>
        </pc:spChg>
        <pc:spChg chg="add mod">
          <ac:chgData name="Saipavan Pabba" userId="aa2da44c34799f3d" providerId="LiveId" clId="{A4916B64-A7D5-45E9-B613-1457CE872AC0}" dt="2026-09-03T02:34:04.303" v="281" actId="20577"/>
          <ac:spMkLst>
            <pc:docMk/>
            <pc:sldMk cId="0" sldId="281"/>
            <ac:spMk id="11" creationId="{406C7EDE-6042-18EF-1E79-3A7B5D294990}"/>
          </ac:spMkLst>
        </pc:spChg>
        <pc:spChg chg="add mod">
          <ac:chgData name="Saipavan Pabba" userId="aa2da44c34799f3d" providerId="LiveId" clId="{A4916B64-A7D5-45E9-B613-1457CE872AC0}" dt="2026-09-03T02:51:09.749" v="406" actId="1076"/>
          <ac:spMkLst>
            <pc:docMk/>
            <pc:sldMk cId="0" sldId="281"/>
            <ac:spMk id="20" creationId="{6202A4A9-BBF6-988E-B588-9202DC928F67}"/>
          </ac:spMkLst>
        </pc:spChg>
        <pc:spChg chg="add mod">
          <ac:chgData name="Saipavan Pabba" userId="aa2da44c34799f3d" providerId="LiveId" clId="{A4916B64-A7D5-45E9-B613-1457CE872AC0}" dt="2026-09-03T02:40:28.685" v="296" actId="207"/>
          <ac:spMkLst>
            <pc:docMk/>
            <pc:sldMk cId="0" sldId="281"/>
            <ac:spMk id="21" creationId="{3A38D7C4-6BF5-9C01-9359-CF36DF561D7A}"/>
          </ac:spMkLst>
        </pc:spChg>
        <pc:spChg chg="add mod">
          <ac:chgData name="Saipavan Pabba" userId="aa2da44c34799f3d" providerId="LiveId" clId="{A4916B64-A7D5-45E9-B613-1457CE872AC0}" dt="2026-09-03T02:52:41.052" v="418" actId="14100"/>
          <ac:spMkLst>
            <pc:docMk/>
            <pc:sldMk cId="0" sldId="281"/>
            <ac:spMk id="22" creationId="{9B02EB02-6D4A-2769-90EF-FCA4A25AC4CD}"/>
          </ac:spMkLst>
        </pc:spChg>
        <pc:spChg chg="add mod">
          <ac:chgData name="Saipavan Pabba" userId="aa2da44c34799f3d" providerId="LiveId" clId="{A4916B64-A7D5-45E9-B613-1457CE872AC0}" dt="2026-09-03T03:05:38.286" v="433" actId="767"/>
          <ac:spMkLst>
            <pc:docMk/>
            <pc:sldMk cId="0" sldId="281"/>
            <ac:spMk id="25" creationId="{53FBFC3D-BF3E-C71B-DE07-18BEADFFC306}"/>
          </ac:spMkLst>
        </pc:spChg>
        <pc:spChg chg="add mod">
          <ac:chgData name="Saipavan Pabba" userId="aa2da44c34799f3d" providerId="LiveId" clId="{A4916B64-A7D5-45E9-B613-1457CE872AC0}" dt="2026-09-03T03:08:37.184" v="493" actId="1076"/>
          <ac:spMkLst>
            <pc:docMk/>
            <pc:sldMk cId="0" sldId="281"/>
            <ac:spMk id="26" creationId="{3D38130D-B9F2-9BAD-6A88-9BF578380A92}"/>
          </ac:spMkLst>
        </pc:spChg>
        <pc:spChg chg="add mod">
          <ac:chgData name="Saipavan Pabba" userId="aa2da44c34799f3d" providerId="LiveId" clId="{A4916B64-A7D5-45E9-B613-1457CE872AC0}" dt="2026-09-03T03:11:16.873" v="552" actId="207"/>
          <ac:spMkLst>
            <pc:docMk/>
            <pc:sldMk cId="0" sldId="281"/>
            <ac:spMk id="34" creationId="{C967DFF8-50EE-D847-A97E-8D22D1D76247}"/>
          </ac:spMkLst>
        </pc:spChg>
        <pc:spChg chg="add mod">
          <ac:chgData name="Saipavan Pabba" userId="aa2da44c34799f3d" providerId="LiveId" clId="{A4916B64-A7D5-45E9-B613-1457CE872AC0}" dt="2026-09-03T03:11:06.239" v="551" actId="207"/>
          <ac:spMkLst>
            <pc:docMk/>
            <pc:sldMk cId="0" sldId="281"/>
            <ac:spMk id="37" creationId="{6BA07885-75C4-3858-D8DA-F772F3C37059}"/>
          </ac:spMkLst>
        </pc:spChg>
        <pc:spChg chg="add mod">
          <ac:chgData name="Saipavan Pabba" userId="aa2da44c34799f3d" providerId="LiveId" clId="{A4916B64-A7D5-45E9-B613-1457CE872AC0}" dt="2026-09-03T03:11:47.498" v="592" actId="20577"/>
          <ac:spMkLst>
            <pc:docMk/>
            <pc:sldMk cId="0" sldId="281"/>
            <ac:spMk id="41" creationId="{E9E91862-2A3F-7D52-01E2-A1F1BEA0F93C}"/>
          </ac:spMkLst>
        </pc:spChg>
        <pc:spChg chg="mod">
          <ac:chgData name="Saipavan Pabba" userId="aa2da44c34799f3d" providerId="LiveId" clId="{A4916B64-A7D5-45E9-B613-1457CE872AC0}" dt="2026-09-03T02:15:00.523" v="206" actId="1076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Saipavan Pabba" userId="aa2da44c34799f3d" providerId="LiveId" clId="{A4916B64-A7D5-45E9-B613-1457CE872AC0}" dt="2026-09-03T02:39:34.623" v="294" actId="478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Saipavan Pabba" userId="aa2da44c34799f3d" providerId="LiveId" clId="{A4916B64-A7D5-45E9-B613-1457CE872AC0}" dt="2026-09-03T03:04:51.852" v="423" actId="478"/>
          <ac:picMkLst>
            <pc:docMk/>
            <pc:sldMk cId="0" sldId="281"/>
            <ac:picMk id="23" creationId="{685740B3-A433-2735-5B32-5904EF9B0C15}"/>
          </ac:picMkLst>
        </pc:picChg>
        <pc:picChg chg="add mod">
          <ac:chgData name="Saipavan Pabba" userId="aa2da44c34799f3d" providerId="LiveId" clId="{A4916B64-A7D5-45E9-B613-1457CE872AC0}" dt="2026-09-03T03:08:34.369" v="492" actId="1076"/>
          <ac:picMkLst>
            <pc:docMk/>
            <pc:sldMk cId="0" sldId="281"/>
            <ac:picMk id="24" creationId="{EAD02E68-C214-1BD1-7C18-618A38CD775D}"/>
          </ac:picMkLst>
        </pc:picChg>
        <pc:cxnChg chg="add del mod">
          <ac:chgData name="Saipavan Pabba" userId="aa2da44c34799f3d" providerId="LiveId" clId="{A4916B64-A7D5-45E9-B613-1457CE872AC0}" dt="2026-09-03T03:07:47.824" v="485" actId="11529"/>
          <ac:cxnSpMkLst>
            <pc:docMk/>
            <pc:sldMk cId="0" sldId="281"/>
            <ac:cxnSpMk id="28" creationId="{73AE269F-2F7C-65BA-E52B-FE74D8FEAD83}"/>
          </ac:cxnSpMkLst>
        </pc:cxnChg>
        <pc:cxnChg chg="add mod">
          <ac:chgData name="Saipavan Pabba" userId="aa2da44c34799f3d" providerId="LiveId" clId="{A4916B64-A7D5-45E9-B613-1457CE872AC0}" dt="2026-09-03T03:08:30.317" v="491" actId="1076"/>
          <ac:cxnSpMkLst>
            <pc:docMk/>
            <pc:sldMk cId="0" sldId="281"/>
            <ac:cxnSpMk id="30" creationId="{7DFBC105-19FD-6446-C694-A0BA8ED6C075}"/>
          </ac:cxnSpMkLst>
        </pc:cxnChg>
        <pc:cxnChg chg="add mod">
          <ac:chgData name="Saipavan Pabba" userId="aa2da44c34799f3d" providerId="LiveId" clId="{A4916B64-A7D5-45E9-B613-1457CE872AC0}" dt="2026-09-03T03:09:27.132" v="508" actId="14100"/>
          <ac:cxnSpMkLst>
            <pc:docMk/>
            <pc:sldMk cId="0" sldId="281"/>
            <ac:cxnSpMk id="32" creationId="{368FFDF8-DC47-3AE3-6055-190CAF8F8FCD}"/>
          </ac:cxnSpMkLst>
        </pc:cxnChg>
        <pc:cxnChg chg="add mod">
          <ac:chgData name="Saipavan Pabba" userId="aa2da44c34799f3d" providerId="LiveId" clId="{A4916B64-A7D5-45E9-B613-1457CE872AC0}" dt="2026-09-03T03:10:38.727" v="548" actId="1076"/>
          <ac:cxnSpMkLst>
            <pc:docMk/>
            <pc:sldMk cId="0" sldId="281"/>
            <ac:cxnSpMk id="38" creationId="{7BBDB739-12AB-77BA-7DFF-D73EDDB90D0F}"/>
          </ac:cxnSpMkLst>
        </pc:cxnChg>
        <pc:cxnChg chg="add mod">
          <ac:chgData name="Saipavan Pabba" userId="aa2da44c34799f3d" providerId="LiveId" clId="{A4916B64-A7D5-45E9-B613-1457CE872AC0}" dt="2026-09-03T05:48:48.845" v="1003" actId="14100"/>
          <ac:cxnSpMkLst>
            <pc:docMk/>
            <pc:sldMk cId="0" sldId="281"/>
            <ac:cxnSpMk id="42" creationId="{703364E0-07F0-D116-27EB-30C3F678623F}"/>
          </ac:cxnSpMkLst>
        </pc:cxnChg>
      </pc:sldChg>
      <pc:sldChg chg="addSp delSp modSp mod">
        <pc:chgData name="Saipavan Pabba" userId="aa2da44c34799f3d" providerId="LiveId" clId="{A4916B64-A7D5-45E9-B613-1457CE872AC0}" dt="2026-09-02T15:13:48.148" v="178" actId="255"/>
        <pc:sldMkLst>
          <pc:docMk/>
          <pc:sldMk cId="0" sldId="290"/>
        </pc:sldMkLst>
        <pc:spChg chg="add">
          <ac:chgData name="Saipavan Pabba" userId="aa2da44c34799f3d" providerId="LiveId" clId="{A4916B64-A7D5-45E9-B613-1457CE872AC0}" dt="2026-09-02T15:09:09.076" v="137" actId="11529"/>
          <ac:spMkLst>
            <pc:docMk/>
            <pc:sldMk cId="0" sldId="290"/>
            <ac:spMk id="2" creationId="{5C0D57F3-09A0-5FD8-3ABF-86C0A2D12E57}"/>
          </ac:spMkLst>
        </pc:spChg>
        <pc:spChg chg="add mod">
          <ac:chgData name="Saipavan Pabba" userId="aa2da44c34799f3d" providerId="LiveId" clId="{A4916B64-A7D5-45E9-B613-1457CE872AC0}" dt="2026-09-02T15:09:41.591" v="141" actId="1076"/>
          <ac:spMkLst>
            <pc:docMk/>
            <pc:sldMk cId="0" sldId="290"/>
            <ac:spMk id="3" creationId="{82741DBD-44CF-8784-A755-206360D77AE8}"/>
          </ac:spMkLst>
        </pc:spChg>
        <pc:spChg chg="add">
          <ac:chgData name="Saipavan Pabba" userId="aa2da44c34799f3d" providerId="LiveId" clId="{A4916B64-A7D5-45E9-B613-1457CE872AC0}" dt="2026-09-02T15:10:01.690" v="142" actId="11529"/>
          <ac:spMkLst>
            <pc:docMk/>
            <pc:sldMk cId="0" sldId="290"/>
            <ac:spMk id="4" creationId="{376FAF1A-3AAD-47FB-2FB0-3BAE77A9AC73}"/>
          </ac:spMkLst>
        </pc:spChg>
        <pc:spChg chg="add mod">
          <ac:chgData name="Saipavan Pabba" userId="aa2da44c34799f3d" providerId="LiveId" clId="{A4916B64-A7D5-45E9-B613-1457CE872AC0}" dt="2026-09-02T15:10:31.349" v="144" actId="1076"/>
          <ac:spMkLst>
            <pc:docMk/>
            <pc:sldMk cId="0" sldId="290"/>
            <ac:spMk id="5" creationId="{FBF330C3-99BA-0470-80BE-51CE7B582D17}"/>
          </ac:spMkLst>
        </pc:spChg>
        <pc:spChg chg="add mod">
          <ac:chgData name="Saipavan Pabba" userId="aa2da44c34799f3d" providerId="LiveId" clId="{A4916B64-A7D5-45E9-B613-1457CE872AC0}" dt="2026-09-02T15:10:46.078" v="147" actId="1076"/>
          <ac:spMkLst>
            <pc:docMk/>
            <pc:sldMk cId="0" sldId="290"/>
            <ac:spMk id="8" creationId="{86DDFD43-694F-B902-2F10-392C77B497CB}"/>
          </ac:spMkLst>
        </pc:spChg>
        <pc:spChg chg="add mod">
          <ac:chgData name="Saipavan Pabba" userId="aa2da44c34799f3d" providerId="LiveId" clId="{A4916B64-A7D5-45E9-B613-1457CE872AC0}" dt="2026-09-02T15:11:18.145" v="149" actId="1076"/>
          <ac:spMkLst>
            <pc:docMk/>
            <pc:sldMk cId="0" sldId="290"/>
            <ac:spMk id="19" creationId="{D92A881C-2B06-C698-9DB2-71F44983160F}"/>
          </ac:spMkLst>
        </pc:spChg>
        <pc:spChg chg="add mod">
          <ac:chgData name="Saipavan Pabba" userId="aa2da44c34799f3d" providerId="LiveId" clId="{A4916B64-A7D5-45E9-B613-1457CE872AC0}" dt="2026-09-02T15:11:24.519" v="151" actId="1076"/>
          <ac:spMkLst>
            <pc:docMk/>
            <pc:sldMk cId="0" sldId="290"/>
            <ac:spMk id="21" creationId="{A957E911-C89E-B060-FFFD-0A0ACA6B384E}"/>
          </ac:spMkLst>
        </pc:spChg>
        <pc:spChg chg="add mod">
          <ac:chgData name="Saipavan Pabba" userId="aa2da44c34799f3d" providerId="LiveId" clId="{A4916B64-A7D5-45E9-B613-1457CE872AC0}" dt="2026-09-02T15:12:23.201" v="162" actId="1076"/>
          <ac:spMkLst>
            <pc:docMk/>
            <pc:sldMk cId="0" sldId="290"/>
            <ac:spMk id="23" creationId="{B3FCE009-6FA7-1E2C-3356-9933712ED865}"/>
          </ac:spMkLst>
        </pc:spChg>
        <pc:spChg chg="add mod">
          <ac:chgData name="Saipavan Pabba" userId="aa2da44c34799f3d" providerId="LiveId" clId="{A4916B64-A7D5-45E9-B613-1457CE872AC0}" dt="2026-09-02T15:12:31.298" v="164" actId="1076"/>
          <ac:spMkLst>
            <pc:docMk/>
            <pc:sldMk cId="0" sldId="290"/>
            <ac:spMk id="25" creationId="{423184C6-2112-4CDF-9D6A-DBAF2F09F916}"/>
          </ac:spMkLst>
        </pc:spChg>
        <pc:spChg chg="add mod">
          <ac:chgData name="Saipavan Pabba" userId="aa2da44c34799f3d" providerId="LiveId" clId="{A4916B64-A7D5-45E9-B613-1457CE872AC0}" dt="2026-09-02T15:12:39.190" v="166" actId="1076"/>
          <ac:spMkLst>
            <pc:docMk/>
            <pc:sldMk cId="0" sldId="290"/>
            <ac:spMk id="27" creationId="{B1C097C6-E7E0-438F-CBDF-2EEC75FAF5AC}"/>
          </ac:spMkLst>
        </pc:spChg>
        <pc:spChg chg="add mod">
          <ac:chgData name="Saipavan Pabba" userId="aa2da44c34799f3d" providerId="LiveId" clId="{A4916B64-A7D5-45E9-B613-1457CE872AC0}" dt="2026-09-02T15:13:48.148" v="178" actId="255"/>
          <ac:spMkLst>
            <pc:docMk/>
            <pc:sldMk cId="0" sldId="290"/>
            <ac:spMk id="31" creationId="{0A03385F-C303-4C4C-883D-C714AAB9218B}"/>
          </ac:spMkLst>
        </pc:spChg>
        <pc:spChg chg="mod">
          <ac:chgData name="Saipavan Pabba" userId="aa2da44c34799f3d" providerId="LiveId" clId="{A4916B64-A7D5-45E9-B613-1457CE872AC0}" dt="2026-09-02T15:08:54.519" v="136" actId="14100"/>
          <ac:spMkLst>
            <pc:docMk/>
            <pc:sldMk cId="0" sldId="290"/>
            <ac:spMk id="17410" creationId="{00000000-0000-0000-0000-000000000000}"/>
          </ac:spMkLst>
        </pc:spChg>
      </pc:sldChg>
      <pc:sldChg chg="modSp mod">
        <pc:chgData name="Saipavan Pabba" userId="aa2da44c34799f3d" providerId="LiveId" clId="{A4916B64-A7D5-45E9-B613-1457CE872AC0}" dt="2026-09-01T14:05:58.730" v="108" actId="20577"/>
        <pc:sldMkLst>
          <pc:docMk/>
          <pc:sldMk cId="0" sldId="291"/>
        </pc:sldMkLst>
        <pc:spChg chg="mod">
          <ac:chgData name="Saipavan Pabba" userId="aa2da44c34799f3d" providerId="LiveId" clId="{A4916B64-A7D5-45E9-B613-1457CE872AC0}" dt="2026-09-01T14:05:58.730" v="108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 mod">
        <pc:chgData name="Saipavan Pabba" userId="aa2da44c34799f3d" providerId="LiveId" clId="{A4916B64-A7D5-45E9-B613-1457CE872AC0}" dt="2026-09-03T06:08:17.035" v="1038" actId="1076"/>
        <pc:sldMkLst>
          <pc:docMk/>
          <pc:sldMk cId="3753387913" sldId="293"/>
        </pc:sldMkLst>
        <pc:spChg chg="add mod">
          <ac:chgData name="Saipavan Pabba" userId="aa2da44c34799f3d" providerId="LiveId" clId="{A4916B64-A7D5-45E9-B613-1457CE872AC0}" dt="2026-09-03T03:57:23.945" v="799" actId="14100"/>
          <ac:spMkLst>
            <pc:docMk/>
            <pc:sldMk cId="3753387913" sldId="293"/>
            <ac:spMk id="2" creationId="{D9A7A945-BDE1-8449-A684-EE652536EB0B}"/>
          </ac:spMkLst>
        </pc:spChg>
        <pc:spChg chg="add mod">
          <ac:chgData name="Saipavan Pabba" userId="aa2da44c34799f3d" providerId="LiveId" clId="{A4916B64-A7D5-45E9-B613-1457CE872AC0}" dt="2026-09-03T03:57:05.233" v="798" actId="255"/>
          <ac:spMkLst>
            <pc:docMk/>
            <pc:sldMk cId="3753387913" sldId="293"/>
            <ac:spMk id="3" creationId="{4149E682-95E0-906C-0FFF-C1756534906B}"/>
          </ac:spMkLst>
        </pc:spChg>
        <pc:spChg chg="add mod">
          <ac:chgData name="Saipavan Pabba" userId="aa2da44c34799f3d" providerId="LiveId" clId="{A4916B64-A7D5-45E9-B613-1457CE872AC0}" dt="2026-09-03T03:58:09.681" v="805" actId="14100"/>
          <ac:spMkLst>
            <pc:docMk/>
            <pc:sldMk cId="3753387913" sldId="293"/>
            <ac:spMk id="5" creationId="{481D1F88-7C72-8BB2-9FB8-A9FAADE38A97}"/>
          </ac:spMkLst>
        </pc:spChg>
        <pc:spChg chg="add mod">
          <ac:chgData name="Saipavan Pabba" userId="aa2da44c34799f3d" providerId="LiveId" clId="{A4916B64-A7D5-45E9-B613-1457CE872AC0}" dt="2026-09-03T06:08:17.035" v="1038" actId="1076"/>
          <ac:spMkLst>
            <pc:docMk/>
            <pc:sldMk cId="3753387913" sldId="293"/>
            <ac:spMk id="8" creationId="{642D2EC1-3F2B-7716-A6A3-624C2E62A77C}"/>
          </ac:spMkLst>
        </pc:spChg>
        <pc:spChg chg="add mod">
          <ac:chgData name="Saipavan Pabba" userId="aa2da44c34799f3d" providerId="LiveId" clId="{A4916B64-A7D5-45E9-B613-1457CE872AC0}" dt="2026-09-03T04:09:06.281" v="815" actId="14100"/>
          <ac:spMkLst>
            <pc:docMk/>
            <pc:sldMk cId="3753387913" sldId="293"/>
            <ac:spMk id="19" creationId="{35542BD1-C1B4-CE4D-72CC-F34789F676A9}"/>
          </ac:spMkLst>
        </pc:spChg>
        <pc:spChg chg="add del mod">
          <ac:chgData name="Saipavan Pabba" userId="aa2da44c34799f3d" providerId="LiveId" clId="{A4916B64-A7D5-45E9-B613-1457CE872AC0}" dt="2026-09-03T03:58:24.687" v="809"/>
          <ac:spMkLst>
            <pc:docMk/>
            <pc:sldMk cId="3753387913" sldId="293"/>
            <ac:spMk id="20" creationId="{8FADF7E3-532A-BE73-0313-7136F34C50CD}"/>
          </ac:spMkLst>
        </pc:spChg>
        <pc:spChg chg="add mod">
          <ac:chgData name="Saipavan Pabba" userId="aa2da44c34799f3d" providerId="LiveId" clId="{A4916B64-A7D5-45E9-B613-1457CE872AC0}" dt="2026-09-03T04:52:27.448" v="874" actId="14100"/>
          <ac:spMkLst>
            <pc:docMk/>
            <pc:sldMk cId="3753387913" sldId="293"/>
            <ac:spMk id="21" creationId="{294ADC40-6EA4-E4A4-CA9F-4D905A3D5FC6}"/>
          </ac:spMkLst>
        </pc:spChg>
        <pc:spChg chg="add mod">
          <ac:chgData name="Saipavan Pabba" userId="aa2da44c34799f3d" providerId="LiveId" clId="{A4916B64-A7D5-45E9-B613-1457CE872AC0}" dt="2026-09-03T04:51:35.110" v="867" actId="12"/>
          <ac:spMkLst>
            <pc:docMk/>
            <pc:sldMk cId="3753387913" sldId="293"/>
            <ac:spMk id="22" creationId="{6DF4B892-40E3-DFF4-76BE-390382FFD180}"/>
          </ac:spMkLst>
        </pc:spChg>
        <pc:spChg chg="add del">
          <ac:chgData name="Saipavan Pabba" userId="aa2da44c34799f3d" providerId="LiveId" clId="{A4916B64-A7D5-45E9-B613-1457CE872AC0}" dt="2026-09-03T04:49:39.053" v="849" actId="22"/>
          <ac:spMkLst>
            <pc:docMk/>
            <pc:sldMk cId="3753387913" sldId="293"/>
            <ac:spMk id="24" creationId="{288932FB-8611-5D91-FF92-AE428894A091}"/>
          </ac:spMkLst>
        </pc:spChg>
        <pc:spChg chg="add del">
          <ac:chgData name="Saipavan Pabba" userId="aa2da44c34799f3d" providerId="LiveId" clId="{A4916B64-A7D5-45E9-B613-1457CE872AC0}" dt="2026-09-03T04:49:55.711" v="855" actId="22"/>
          <ac:spMkLst>
            <pc:docMk/>
            <pc:sldMk cId="3753387913" sldId="293"/>
            <ac:spMk id="26" creationId="{73783ED4-8514-EED8-5ED4-F1B6039EDB12}"/>
          </ac:spMkLst>
        </pc:spChg>
        <pc:spChg chg="add mod">
          <ac:chgData name="Saipavan Pabba" userId="aa2da44c34799f3d" providerId="LiveId" clId="{A4916B64-A7D5-45E9-B613-1457CE872AC0}" dt="2026-09-03T04:49:55.021" v="854" actId="571"/>
          <ac:spMkLst>
            <pc:docMk/>
            <pc:sldMk cId="3753387913" sldId="293"/>
            <ac:spMk id="27" creationId="{98B500D8-212D-3EC0-3C9F-6A7FEB010EC2}"/>
          </ac:spMkLst>
        </pc:spChg>
        <pc:spChg chg="add mod">
          <ac:chgData name="Saipavan Pabba" userId="aa2da44c34799f3d" providerId="LiveId" clId="{A4916B64-A7D5-45E9-B613-1457CE872AC0}" dt="2026-09-03T05:50:15.709" v="1007" actId="14100"/>
          <ac:spMkLst>
            <pc:docMk/>
            <pc:sldMk cId="3753387913" sldId="293"/>
            <ac:spMk id="29" creationId="{21646345-0E01-E45B-254F-F2E3D175268E}"/>
          </ac:spMkLst>
        </pc:spChg>
        <pc:spChg chg="add mod">
          <ac:chgData name="Saipavan Pabba" userId="aa2da44c34799f3d" providerId="LiveId" clId="{A4916B64-A7D5-45E9-B613-1457CE872AC0}" dt="2026-09-03T04:52:14.020" v="871" actId="14100"/>
          <ac:spMkLst>
            <pc:docMk/>
            <pc:sldMk cId="3753387913" sldId="293"/>
            <ac:spMk id="31" creationId="{E3CBA5E7-9002-BB11-2E65-38FFE790F23B}"/>
          </ac:spMkLst>
        </pc:spChg>
        <pc:spChg chg="add mod">
          <ac:chgData name="Saipavan Pabba" userId="aa2da44c34799f3d" providerId="LiveId" clId="{A4916B64-A7D5-45E9-B613-1457CE872AC0}" dt="2026-09-03T04:58:32.476" v="901" actId="14100"/>
          <ac:spMkLst>
            <pc:docMk/>
            <pc:sldMk cId="3753387913" sldId="293"/>
            <ac:spMk id="32" creationId="{3AE95EF3-FB62-971A-2D5D-3895129433C3}"/>
          </ac:spMkLst>
        </pc:spChg>
        <pc:spChg chg="add mod">
          <ac:chgData name="Saipavan Pabba" userId="aa2da44c34799f3d" providerId="LiveId" clId="{A4916B64-A7D5-45E9-B613-1457CE872AC0}" dt="2026-09-03T04:55:05.475" v="898" actId="1076"/>
          <ac:spMkLst>
            <pc:docMk/>
            <pc:sldMk cId="3753387913" sldId="293"/>
            <ac:spMk id="33" creationId="{5193BB2C-D644-4FE8-85A0-6E65A2B72BF5}"/>
          </ac:spMkLst>
        </pc:spChg>
        <pc:spChg chg="mod">
          <ac:chgData name="Saipavan Pabba" userId="aa2da44c34799f3d" providerId="LiveId" clId="{A4916B64-A7D5-45E9-B613-1457CE872AC0}" dt="2026-09-03T05:52:07.894" v="1008" actId="14100"/>
          <ac:spMkLst>
            <pc:docMk/>
            <pc:sldMk cId="3753387913" sldId="293"/>
            <ac:spMk id="17409" creationId="{00000000-0000-0000-0000-000000000000}"/>
          </ac:spMkLst>
        </pc:spChg>
        <pc:spChg chg="del mod">
          <ac:chgData name="Saipavan Pabba" userId="aa2da44c34799f3d" providerId="LiveId" clId="{A4916B64-A7D5-45E9-B613-1457CE872AC0}" dt="2026-09-03T03:36:08.518" v="727"/>
          <ac:spMkLst>
            <pc:docMk/>
            <pc:sldMk cId="3753387913" sldId="293"/>
            <ac:spMk id="17410" creationId="{00000000-0000-0000-0000-000000000000}"/>
          </ac:spMkLst>
        </pc:spChg>
      </pc:sldChg>
      <pc:sldChg chg="addSp delSp modSp mod">
        <pc:chgData name="Saipavan Pabba" userId="aa2da44c34799f3d" providerId="LiveId" clId="{A4916B64-A7D5-45E9-B613-1457CE872AC0}" dt="2026-09-04T08:25:02.500" v="1047" actId="12"/>
        <pc:sldMkLst>
          <pc:docMk/>
          <pc:sldMk cId="2997144140" sldId="294"/>
        </pc:sldMkLst>
        <pc:spChg chg="add del mod">
          <ac:chgData name="Saipavan Pabba" userId="aa2da44c34799f3d" providerId="LiveId" clId="{A4916B64-A7D5-45E9-B613-1457CE872AC0}" dt="2026-09-03T05:15:39.029" v="905"/>
          <ac:spMkLst>
            <pc:docMk/>
            <pc:sldMk cId="2997144140" sldId="294"/>
            <ac:spMk id="2" creationId="{CB57A29C-1ECA-98A5-8C37-B60B4EAA1480}"/>
          </ac:spMkLst>
        </pc:spChg>
        <pc:spChg chg="add mod">
          <ac:chgData name="Saipavan Pabba" userId="aa2da44c34799f3d" providerId="LiveId" clId="{A4916B64-A7D5-45E9-B613-1457CE872AC0}" dt="2026-09-03T05:33:59.753" v="950" actId="12"/>
          <ac:spMkLst>
            <pc:docMk/>
            <pc:sldMk cId="2997144140" sldId="294"/>
            <ac:spMk id="8" creationId="{660FC80C-5BD9-3C1E-99A5-08594D2F5B4D}"/>
          </ac:spMkLst>
        </pc:spChg>
        <pc:spChg chg="add mod">
          <ac:chgData name="Saipavan Pabba" userId="aa2da44c34799f3d" providerId="LiveId" clId="{A4916B64-A7D5-45E9-B613-1457CE872AC0}" dt="2026-09-04T08:25:02.500" v="1047" actId="12"/>
          <ac:spMkLst>
            <pc:docMk/>
            <pc:sldMk cId="2997144140" sldId="294"/>
            <ac:spMk id="19" creationId="{9435605F-7DE8-6E21-AABE-8EAD419A0315}"/>
          </ac:spMkLst>
        </pc:spChg>
        <pc:spChg chg="mod">
          <ac:chgData name="Saipavan Pabba" userId="aa2da44c34799f3d" providerId="LiveId" clId="{A4916B64-A7D5-45E9-B613-1457CE872AC0}" dt="2026-09-03T05:15:59.705" v="912" actId="1076"/>
          <ac:spMkLst>
            <pc:docMk/>
            <pc:sldMk cId="2997144140" sldId="294"/>
            <ac:spMk id="17409" creationId="{00000000-0000-0000-0000-000000000000}"/>
          </ac:spMkLst>
        </pc:spChg>
        <pc:spChg chg="add del mod">
          <ac:chgData name="Saipavan Pabba" userId="aa2da44c34799f3d" providerId="LiveId" clId="{A4916B64-A7D5-45E9-B613-1457CE872AC0}" dt="2026-09-03T05:15:44.213" v="907" actId="478"/>
          <ac:spMkLst>
            <pc:docMk/>
            <pc:sldMk cId="2997144140" sldId="294"/>
            <ac:spMk id="17410" creationId="{00000000-0000-0000-0000-000000000000}"/>
          </ac:spMkLst>
        </pc:spChg>
        <pc:picChg chg="add mod">
          <ac:chgData name="Saipavan Pabba" userId="aa2da44c34799f3d" providerId="LiveId" clId="{A4916B64-A7D5-45E9-B613-1457CE872AC0}" dt="2026-09-03T05:33:46.025" v="949" actId="14100"/>
          <ac:picMkLst>
            <pc:docMk/>
            <pc:sldMk cId="2997144140" sldId="294"/>
            <ac:picMk id="3" creationId="{AC926A0A-9BB5-4220-27E9-95DD3ADDAAA6}"/>
          </ac:picMkLst>
        </pc:picChg>
        <pc:picChg chg="add mod">
          <ac:chgData name="Saipavan Pabba" userId="aa2da44c34799f3d" providerId="LiveId" clId="{A4916B64-A7D5-45E9-B613-1457CE872AC0}" dt="2026-09-03T05:29:10.057" v="935" actId="14100"/>
          <ac:picMkLst>
            <pc:docMk/>
            <pc:sldMk cId="2997144140" sldId="294"/>
            <ac:picMk id="4" creationId="{3A0677E6-51BB-AFC3-8B9A-97C18D8B6392}"/>
          </ac:picMkLst>
        </pc:picChg>
      </pc:sldChg>
      <pc:sldChg chg="delSp modSp del mod">
        <pc:chgData name="Saipavan Pabba" userId="aa2da44c34799f3d" providerId="LiveId" clId="{A4916B64-A7D5-45E9-B613-1457CE872AC0}" dt="2026-09-03T05:57:31.594" v="1010" actId="47"/>
        <pc:sldMkLst>
          <pc:docMk/>
          <pc:sldMk cId="3916788613" sldId="296"/>
        </pc:sldMkLst>
        <pc:spChg chg="del mod">
          <ac:chgData name="Saipavan Pabba" userId="aa2da44c34799f3d" providerId="LiveId" clId="{A4916B64-A7D5-45E9-B613-1457CE872AC0}" dt="2026-09-03T05:49:16.276" v="1006"/>
          <ac:spMkLst>
            <pc:docMk/>
            <pc:sldMk cId="3916788613" sldId="296"/>
            <ac:spMk id="17410" creationId="{00000000-0000-0000-0000-000000000000}"/>
          </ac:spMkLst>
        </pc:spChg>
      </pc:sldChg>
      <pc:sldChg chg="modSp add mod">
        <pc:chgData name="Saipavan Pabba" userId="aa2da44c34799f3d" providerId="LiveId" clId="{A4916B64-A7D5-45E9-B613-1457CE872AC0}" dt="2026-09-03T06:35:14.110" v="1040" actId="27636"/>
        <pc:sldMkLst>
          <pc:docMk/>
          <pc:sldMk cId="2452933159" sldId="298"/>
        </pc:sldMkLst>
        <pc:spChg chg="mod">
          <ac:chgData name="Saipavan Pabba" userId="aa2da44c34799f3d" providerId="LiveId" clId="{A4916B64-A7D5-45E9-B613-1457CE872AC0}" dt="2026-09-03T06:03:06.777" v="1027" actId="255"/>
          <ac:spMkLst>
            <pc:docMk/>
            <pc:sldMk cId="2452933159" sldId="298"/>
            <ac:spMk id="203" creationId="{00000000-0000-0000-0000-000000000000}"/>
          </ac:spMkLst>
        </pc:spChg>
        <pc:spChg chg="mod">
          <ac:chgData name="Saipavan Pabba" userId="aa2da44c34799f3d" providerId="LiveId" clId="{A4916B64-A7D5-45E9-B613-1457CE872AC0}" dt="2026-09-03T06:02:48.683" v="1026" actId="255"/>
          <ac:spMkLst>
            <pc:docMk/>
            <pc:sldMk cId="2452933159" sldId="298"/>
            <ac:spMk id="204" creationId="{00000000-0000-0000-0000-000000000000}"/>
          </ac:spMkLst>
        </pc:spChg>
        <pc:spChg chg="mod">
          <ac:chgData name="Saipavan Pabba" userId="aa2da44c34799f3d" providerId="LiveId" clId="{A4916B64-A7D5-45E9-B613-1457CE872AC0}" dt="2026-09-03T06:03:15.760" v="1028" actId="255"/>
          <ac:spMkLst>
            <pc:docMk/>
            <pc:sldMk cId="2452933159" sldId="298"/>
            <ac:spMk id="205" creationId="{00000000-0000-0000-0000-000000000000}"/>
          </ac:spMkLst>
        </pc:spChg>
        <pc:spChg chg="mod">
          <ac:chgData name="Saipavan Pabba" userId="aa2da44c34799f3d" providerId="LiveId" clId="{A4916B64-A7D5-45E9-B613-1457CE872AC0}" dt="2026-09-03T06:35:14.110" v="1040" actId="27636"/>
          <ac:spMkLst>
            <pc:docMk/>
            <pc:sldMk cId="2452933159" sldId="298"/>
            <ac:spMk id="206" creationId="{00000000-0000-0000-0000-000000000000}"/>
          </ac:spMkLst>
        </pc:spChg>
        <pc:spChg chg="mod">
          <ac:chgData name="Saipavan Pabba" userId="aa2da44c34799f3d" providerId="LiveId" clId="{A4916B64-A7D5-45E9-B613-1457CE872AC0}" dt="2026-09-03T06:04:05.854" v="1031" actId="255"/>
          <ac:spMkLst>
            <pc:docMk/>
            <pc:sldMk cId="2452933159" sldId="298"/>
            <ac:spMk id="207" creationId="{00000000-0000-0000-0000-000000000000}"/>
          </ac:spMkLst>
        </pc:spChg>
        <pc:spChg chg="mod">
          <ac:chgData name="Saipavan Pabba" userId="aa2da44c34799f3d" providerId="LiveId" clId="{A4916B64-A7D5-45E9-B613-1457CE872AC0}" dt="2026-09-03T06:04:47.891" v="1037" actId="255"/>
          <ac:spMkLst>
            <pc:docMk/>
            <pc:sldMk cId="2452933159" sldId="298"/>
            <ac:spMk id="20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65003" y="998832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040692" y="851521"/>
            <a:ext cx="7584141" cy="953880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616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SIH26140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Title-AI-Based Interactive Quantum Algorithm Learning Platform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Category-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20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93792" y="755944"/>
            <a:ext cx="10972800" cy="399889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2400" dirty="0" err="1"/>
              <a:t>QuantumTutor</a:t>
            </a:r>
            <a:r>
              <a:rPr lang="en-IN" sz="2400" dirty="0"/>
              <a:t> AI — Real-Time Adaptive Quantum Algorithm Learning Platform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12" name="Group 11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5C01D18-A5BC-1DC3-25CF-8B98A6CBE694}"/>
              </a:ext>
            </a:extLst>
          </p:cNvPr>
          <p:cNvSpPr/>
          <p:nvPr/>
        </p:nvSpPr>
        <p:spPr>
          <a:xfrm>
            <a:off x="0" y="1435510"/>
            <a:ext cx="12191999" cy="1140542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BC7F4-5B5A-9F06-1CDC-4B463BFCBE86}"/>
              </a:ext>
            </a:extLst>
          </p:cNvPr>
          <p:cNvSpPr/>
          <p:nvPr/>
        </p:nvSpPr>
        <p:spPr>
          <a:xfrm>
            <a:off x="0" y="1435511"/>
            <a:ext cx="5624052" cy="114054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EA78F-CCE1-24B4-0876-38606A18405F}"/>
              </a:ext>
            </a:extLst>
          </p:cNvPr>
          <p:cNvSpPr txBox="1"/>
          <p:nvPr/>
        </p:nvSpPr>
        <p:spPr>
          <a:xfrm>
            <a:off x="0" y="1417061"/>
            <a:ext cx="133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Problem:</a:t>
            </a:r>
            <a:endParaRPr lang="en-IN" sz="16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E49338-6B73-58FC-ECEA-6A85C60E8CD2}"/>
              </a:ext>
            </a:extLst>
          </p:cNvPr>
          <p:cNvSpPr txBox="1"/>
          <p:nvPr/>
        </p:nvSpPr>
        <p:spPr>
          <a:xfrm>
            <a:off x="0" y="1641669"/>
            <a:ext cx="5437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50" b="1" dirty="0"/>
              <a:t>Quantum computing education</a:t>
            </a:r>
            <a:r>
              <a:rPr lang="en-IN" sz="1450" dirty="0"/>
              <a:t> is abstract, English-only, and lacks interactive simulation plus AI-driven diagnosis of student misconceptions, especially for resource-constrained Indian classrooms.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C7EDE-6042-18EF-1E79-3A7B5D294990}"/>
              </a:ext>
            </a:extLst>
          </p:cNvPr>
          <p:cNvSpPr txBox="1"/>
          <p:nvPr/>
        </p:nvSpPr>
        <p:spPr>
          <a:xfrm>
            <a:off x="5624052" y="1422929"/>
            <a:ext cx="1336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Our Idea:</a:t>
            </a:r>
            <a:endParaRPr lang="en-IN" sz="16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02A4A9-BBF6-988E-B588-9202DC928F67}"/>
              </a:ext>
            </a:extLst>
          </p:cNvPr>
          <p:cNvSpPr txBox="1"/>
          <p:nvPr/>
        </p:nvSpPr>
        <p:spPr>
          <a:xfrm>
            <a:off x="5624052" y="1640394"/>
            <a:ext cx="58780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An AI-tutored</a:t>
            </a:r>
            <a:r>
              <a:rPr lang="en-IN" sz="1400" dirty="0"/>
              <a:t>, </a:t>
            </a:r>
            <a:r>
              <a:rPr lang="en-IN" sz="1400" b="1" dirty="0"/>
              <a:t>CPU-friendly quantum learning platform </a:t>
            </a:r>
            <a:r>
              <a:rPr lang="en-IN" sz="1400" dirty="0"/>
              <a:t>that combines </a:t>
            </a:r>
            <a:r>
              <a:rPr lang="en-IN" sz="1400" b="1" dirty="0"/>
              <a:t>visual</a:t>
            </a:r>
            <a:r>
              <a:rPr lang="en-IN" sz="1400" dirty="0"/>
              <a:t> </a:t>
            </a:r>
            <a:r>
              <a:rPr lang="en-IN" sz="1400" b="1" dirty="0"/>
              <a:t>circuit simulation</a:t>
            </a:r>
            <a:r>
              <a:rPr lang="en-IN" sz="1400" dirty="0"/>
              <a:t>,</a:t>
            </a:r>
            <a:r>
              <a:rPr lang="en-IN" sz="1400" b="1" dirty="0"/>
              <a:t> step-by-step algorithm walkthroughs</a:t>
            </a:r>
            <a:r>
              <a:rPr lang="en-IN" sz="1400" dirty="0"/>
              <a:t>,</a:t>
            </a:r>
            <a:r>
              <a:rPr lang="en-IN" sz="1400" b="1" dirty="0"/>
              <a:t> adaptive re-teaching </a:t>
            </a:r>
            <a:r>
              <a:rPr lang="en-IN" sz="1400" dirty="0"/>
              <a:t>with new analogies, and teacher dashboards to expose real misconception patterns in multiple Indian languages.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38D7C4-6BF5-9C01-9359-CF36DF561D7A}"/>
              </a:ext>
            </a:extLst>
          </p:cNvPr>
          <p:cNvSpPr/>
          <p:nvPr/>
        </p:nvSpPr>
        <p:spPr>
          <a:xfrm>
            <a:off x="5624052" y="1422929"/>
            <a:ext cx="6567948" cy="117157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02EB02-6D4A-2769-90EF-FCA4A25AC4CD}"/>
              </a:ext>
            </a:extLst>
          </p:cNvPr>
          <p:cNvSpPr txBox="1"/>
          <p:nvPr/>
        </p:nvSpPr>
        <p:spPr>
          <a:xfrm>
            <a:off x="1" y="2619663"/>
            <a:ext cx="43032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Proposed Solution:</a:t>
            </a:r>
            <a:endParaRPr lang="en-IN" sz="1600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Interactive Quantum Lab:</a:t>
            </a:r>
            <a:r>
              <a:rPr lang="en-IN" sz="1500" dirty="0"/>
              <a:t> Visual drag-and-drop circuit builder + </a:t>
            </a:r>
            <a:r>
              <a:rPr lang="en-IN" sz="1500" b="1" dirty="0" err="1"/>
              <a:t>Qiskit</a:t>
            </a:r>
            <a:r>
              <a:rPr lang="en-IN" sz="1500" b="1" dirty="0"/>
              <a:t> </a:t>
            </a:r>
            <a:r>
              <a:rPr lang="en-IN" sz="1500" b="1" dirty="0" err="1"/>
              <a:t>AerSimulator</a:t>
            </a:r>
            <a:r>
              <a:rPr lang="en-IN" sz="1500" dirty="0"/>
              <a:t> with real-time state/probability visualization and guided </a:t>
            </a:r>
            <a:r>
              <a:rPr lang="en-IN" sz="1500" b="1" dirty="0"/>
              <a:t>Deutsch–Jozsa &amp; Grover</a:t>
            </a:r>
            <a:r>
              <a:rPr lang="en-IN" sz="1500" dirty="0"/>
              <a:t> execution. </a:t>
            </a:r>
          </a:p>
          <a:p>
            <a:pPr lvl="0"/>
            <a:endParaRPr lang="en-IN" sz="15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Adaptive AI Tutor:</a:t>
            </a:r>
            <a:r>
              <a:rPr lang="en-IN" sz="1500" dirty="0"/>
              <a:t> </a:t>
            </a:r>
            <a:r>
              <a:rPr lang="en-IN" sz="1500" b="1" dirty="0"/>
              <a:t>RAG-grounded AI</a:t>
            </a:r>
            <a:r>
              <a:rPr lang="en-IN" sz="1500" dirty="0"/>
              <a:t> detects the learner’s misconception and </a:t>
            </a:r>
            <a:r>
              <a:rPr lang="en-IN" sz="1500" b="1" dirty="0"/>
              <a:t>re-teaches using a different explanation/analogy</a:t>
            </a:r>
            <a:r>
              <a:rPr lang="en-IN" sz="1500" dirty="0"/>
              <a:t>, creating a personalized learn → simulate → question loop. </a:t>
            </a:r>
          </a:p>
          <a:p>
            <a:pPr lvl="0"/>
            <a:endParaRPr lang="en-IN" sz="15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Learning Intelligence:</a:t>
            </a:r>
            <a:r>
              <a:rPr lang="en-IN" sz="1500" dirty="0"/>
              <a:t> </a:t>
            </a:r>
            <a:r>
              <a:rPr lang="en-IN" sz="1500" b="1" dirty="0"/>
              <a:t>Teacher misconception heatmaps + student mastery tracking</a:t>
            </a:r>
            <a:r>
              <a:rPr lang="en-IN" sz="1500" dirty="0"/>
              <a:t>, with </a:t>
            </a:r>
            <a:r>
              <a:rPr lang="en-IN" sz="1500" b="1" dirty="0"/>
              <a:t>multilingual (Hindi/Telugu/Tamil) and CPU-only</a:t>
            </a:r>
            <a:r>
              <a:rPr lang="en-IN" sz="1500" dirty="0"/>
              <a:t> access for resource-constrained classrooms.</a:t>
            </a:r>
          </a:p>
          <a:p>
            <a:endParaRPr lang="en-IN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95D82-1FF1-46FD-01F7-180275BD8496}"/>
              </a:ext>
            </a:extLst>
          </p:cNvPr>
          <p:cNvSpPr txBox="1"/>
          <p:nvPr/>
        </p:nvSpPr>
        <p:spPr>
          <a:xfrm>
            <a:off x="7986701" y="2604334"/>
            <a:ext cx="3860366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Innovation/Uniqueness: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AI-Powered Quantum Learning for Resource-Constrained Indian Classrooms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Detects the learner’s specific quantum misconception and dynamically adapts the explanation or analogy.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/>
              <a:t>Transforms student mistakes into class-level insights, showing teachers </a:t>
            </a:r>
            <a:r>
              <a:rPr lang="en-IN" sz="1500" b="1" dirty="0"/>
              <a:t>what to re-teach and why</a:t>
            </a:r>
            <a:r>
              <a:rPr lang="en-IN" sz="15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/>
              <a:t>Brings interactive quantum learning to </a:t>
            </a:r>
            <a:r>
              <a:rPr lang="en-IN" sz="1500" b="1" dirty="0"/>
              <a:t>resource-constrained colleges without requiring quantum hardware</a:t>
            </a:r>
            <a:r>
              <a:rPr lang="en-IN" sz="1500" dirty="0"/>
              <a:t>.</a:t>
            </a:r>
          </a:p>
          <a:p>
            <a:pPr lvl="0"/>
            <a:endParaRPr lang="en-IN" sz="1400" dirty="0"/>
          </a:p>
        </p:txBody>
      </p:sp>
      <p:pic>
        <p:nvPicPr>
          <p:cNvPr id="24" name="Picture 23" descr="Robot ai Images - Free Download on Magnific (formerly Freepik)">
            <a:extLst>
              <a:ext uri="{FF2B5EF4-FFF2-40B4-BE49-F238E27FC236}">
                <a16:creationId xmlns:a16="http://schemas.microsoft.com/office/drawing/2014/main" id="{EAD02E68-C214-1BD1-7C18-618A38CD77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9248" y="3730971"/>
            <a:ext cx="2239510" cy="223951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D38130D-B9F2-9BAD-6A88-9BF578380A92}"/>
              </a:ext>
            </a:extLst>
          </p:cNvPr>
          <p:cNvSpPr/>
          <p:nvPr/>
        </p:nvSpPr>
        <p:spPr>
          <a:xfrm>
            <a:off x="5037277" y="2617693"/>
            <a:ext cx="1488079" cy="4989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Interactive Circuit Simulator</a:t>
            </a:r>
            <a:endParaRPr lang="en-IN" sz="12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FBC105-19FD-6446-C694-A0BA8ED6C075}"/>
              </a:ext>
            </a:extLst>
          </p:cNvPr>
          <p:cNvCxnSpPr>
            <a:cxnSpLocks/>
          </p:cNvCxnSpPr>
          <p:nvPr/>
        </p:nvCxnSpPr>
        <p:spPr>
          <a:xfrm flipH="1" flipV="1">
            <a:off x="5876945" y="3105112"/>
            <a:ext cx="3247" cy="7612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8FFDF8-DC47-3AE3-6055-190CAF8F8FCD}"/>
              </a:ext>
            </a:extLst>
          </p:cNvPr>
          <p:cNvCxnSpPr>
            <a:cxnSpLocks/>
          </p:cNvCxnSpPr>
          <p:nvPr/>
        </p:nvCxnSpPr>
        <p:spPr>
          <a:xfrm flipH="1" flipV="1">
            <a:off x="5037773" y="3815328"/>
            <a:ext cx="298700" cy="812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C967DFF8-50EE-D847-A97E-8D22D1D76247}"/>
              </a:ext>
            </a:extLst>
          </p:cNvPr>
          <p:cNvSpPr/>
          <p:nvPr/>
        </p:nvSpPr>
        <p:spPr>
          <a:xfrm>
            <a:off x="4055208" y="3242334"/>
            <a:ext cx="1488079" cy="4989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Ai Tutor</a:t>
            </a:r>
            <a:endParaRPr lang="en-IN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A07885-75C4-3858-D8DA-F772F3C37059}"/>
              </a:ext>
            </a:extLst>
          </p:cNvPr>
          <p:cNvSpPr/>
          <p:nvPr/>
        </p:nvSpPr>
        <p:spPr>
          <a:xfrm>
            <a:off x="6311810" y="3355823"/>
            <a:ext cx="1488079" cy="498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Progress Tracking</a:t>
            </a:r>
            <a:endParaRPr lang="en-IN" sz="12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BDB739-12AB-77BA-7DFF-D73EDDB90D0F}"/>
              </a:ext>
            </a:extLst>
          </p:cNvPr>
          <p:cNvCxnSpPr>
            <a:cxnSpLocks/>
          </p:cNvCxnSpPr>
          <p:nvPr/>
        </p:nvCxnSpPr>
        <p:spPr>
          <a:xfrm flipV="1">
            <a:off x="6580752" y="3921465"/>
            <a:ext cx="302769" cy="843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9E91862-2A3F-7D52-01E2-A1F1BEA0F93C}"/>
              </a:ext>
            </a:extLst>
          </p:cNvPr>
          <p:cNvSpPr/>
          <p:nvPr/>
        </p:nvSpPr>
        <p:spPr>
          <a:xfrm>
            <a:off x="6400656" y="5664447"/>
            <a:ext cx="1488079" cy="4989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Multi Lingual Support</a:t>
            </a:r>
            <a:endParaRPr lang="en-IN" sz="12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3364E0-07F0-D116-27EB-30C3F678623F}"/>
              </a:ext>
            </a:extLst>
          </p:cNvPr>
          <p:cNvCxnSpPr>
            <a:cxnSpLocks/>
          </p:cNvCxnSpPr>
          <p:nvPr/>
        </p:nvCxnSpPr>
        <p:spPr>
          <a:xfrm>
            <a:off x="6565604" y="5113320"/>
            <a:ext cx="569903" cy="573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9564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55701" y="1944910"/>
            <a:ext cx="8483267" cy="2800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1600" b="1" dirty="0"/>
              <a:t>Technologies used: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Qiskit</a:t>
            </a:r>
            <a:r>
              <a:rPr lang="en-IN" sz="1600" dirty="0"/>
              <a:t> (open-source quantum circuit simulation, </a:t>
            </a:r>
            <a:r>
              <a:rPr lang="en-IN" sz="1600" dirty="0" err="1"/>
              <a:t>AerSimulator</a:t>
            </a:r>
            <a:r>
              <a:rPr lang="en-IN" sz="1600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LLM API (</a:t>
            </a:r>
            <a:r>
              <a:rPr lang="en-IN" sz="1600" dirty="0" err="1"/>
              <a:t>Groq</a:t>
            </a:r>
            <a:r>
              <a:rPr lang="en-IN" sz="1600" dirty="0"/>
              <a:t> — free tier) for adaptive tutoring logic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FastAPI</a:t>
            </a:r>
            <a:r>
              <a:rPr lang="en-IN" sz="1600" dirty="0"/>
              <a:t> (backend), React (frontend)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SQLite/PostgreSQL for session and analytics storage</a:t>
            </a:r>
          </a:p>
          <a:p>
            <a:r>
              <a:rPr lang="en-IN" sz="1600" b="1" dirty="0"/>
              <a:t>Methodology / Implementation flow:</a:t>
            </a:r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Student attempts a quantum concept question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Answer sent to AI classifier → correct / partial / incorrect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If not correct → AI generates a new analogy-based explanation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Circuit simulator visually demonstrates the concept (e.g., Grover's Search)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Teacher dashboard aggregates class-wide mistake patterns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C0D57F3-09A0-5FD8-3ABF-86C0A2D12E57}"/>
              </a:ext>
            </a:extLst>
          </p:cNvPr>
          <p:cNvSpPr/>
          <p:nvPr/>
        </p:nvSpPr>
        <p:spPr>
          <a:xfrm>
            <a:off x="1170039" y="5102942"/>
            <a:ext cx="1504335" cy="798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741DBD-44CF-8784-A755-206360D77AE8}"/>
              </a:ext>
            </a:extLst>
          </p:cNvPr>
          <p:cNvSpPr txBox="1"/>
          <p:nvPr/>
        </p:nvSpPr>
        <p:spPr>
          <a:xfrm>
            <a:off x="1456168" y="5314920"/>
            <a:ext cx="118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Student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76FAF1A-3AAD-47FB-2FB0-3BAE77A9AC73}"/>
              </a:ext>
            </a:extLst>
          </p:cNvPr>
          <p:cNvSpPr/>
          <p:nvPr/>
        </p:nvSpPr>
        <p:spPr>
          <a:xfrm>
            <a:off x="2674374" y="5417574"/>
            <a:ext cx="865239" cy="2134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F330C3-99BA-0470-80BE-51CE7B582D17}"/>
              </a:ext>
            </a:extLst>
          </p:cNvPr>
          <p:cNvSpPr/>
          <p:nvPr/>
        </p:nvSpPr>
        <p:spPr>
          <a:xfrm>
            <a:off x="3568116" y="5063729"/>
            <a:ext cx="1504335" cy="798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DFD43-694F-B902-2F10-392C77B497CB}"/>
              </a:ext>
            </a:extLst>
          </p:cNvPr>
          <p:cNvSpPr txBox="1"/>
          <p:nvPr/>
        </p:nvSpPr>
        <p:spPr>
          <a:xfrm>
            <a:off x="3757609" y="5129235"/>
            <a:ext cx="107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AI Classifier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92A881C-2B06-C698-9DB2-71F44983160F}"/>
              </a:ext>
            </a:extLst>
          </p:cNvPr>
          <p:cNvSpPr/>
          <p:nvPr/>
        </p:nvSpPr>
        <p:spPr>
          <a:xfrm>
            <a:off x="5090518" y="5362715"/>
            <a:ext cx="865239" cy="2134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57E911-C89E-B060-FFFD-0A0ACA6B384E}"/>
              </a:ext>
            </a:extLst>
          </p:cNvPr>
          <p:cNvSpPr/>
          <p:nvPr/>
        </p:nvSpPr>
        <p:spPr>
          <a:xfrm>
            <a:off x="5955757" y="5018256"/>
            <a:ext cx="1504335" cy="798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FCE009-6FA7-1E2C-3356-9933712ED865}"/>
              </a:ext>
            </a:extLst>
          </p:cNvPr>
          <p:cNvSpPr txBox="1"/>
          <p:nvPr/>
        </p:nvSpPr>
        <p:spPr>
          <a:xfrm>
            <a:off x="5933726" y="5263685"/>
            <a:ext cx="1619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Re-teach/Continue 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23184C6-2112-4CDF-9D6A-DBAF2F09F916}"/>
              </a:ext>
            </a:extLst>
          </p:cNvPr>
          <p:cNvSpPr/>
          <p:nvPr/>
        </p:nvSpPr>
        <p:spPr>
          <a:xfrm>
            <a:off x="7460092" y="5336786"/>
            <a:ext cx="865239" cy="21343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C097C6-E7E0-438F-CBDF-2EEC75FAF5AC}"/>
              </a:ext>
            </a:extLst>
          </p:cNvPr>
          <p:cNvSpPr/>
          <p:nvPr/>
        </p:nvSpPr>
        <p:spPr>
          <a:xfrm>
            <a:off x="8325331" y="5003550"/>
            <a:ext cx="1504335" cy="7986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03385F-C303-4C4C-883D-C714AAB9218B}"/>
              </a:ext>
            </a:extLst>
          </p:cNvPr>
          <p:cNvSpPr txBox="1"/>
          <p:nvPr/>
        </p:nvSpPr>
        <p:spPr>
          <a:xfrm>
            <a:off x="8309245" y="5273329"/>
            <a:ext cx="16197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Dashboard</a:t>
            </a:r>
            <a:r>
              <a:rPr lang="en-IN" sz="1400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8918" y="759198"/>
            <a:ext cx="10972800" cy="71994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9A7A945-BDE1-8449-A684-EE652536EB0B}"/>
              </a:ext>
            </a:extLst>
          </p:cNvPr>
          <p:cNvSpPr/>
          <p:nvPr/>
        </p:nvSpPr>
        <p:spPr>
          <a:xfrm>
            <a:off x="-1" y="1582994"/>
            <a:ext cx="6096001" cy="2045110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9E682-95E0-906C-0FFF-C1756534906B}"/>
              </a:ext>
            </a:extLst>
          </p:cNvPr>
          <p:cNvSpPr txBox="1"/>
          <p:nvPr/>
        </p:nvSpPr>
        <p:spPr>
          <a:xfrm>
            <a:off x="1" y="1603861"/>
            <a:ext cx="5909186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FEASIBILITY</a:t>
            </a:r>
          </a:p>
          <a:p>
            <a:pPr lvl="0"/>
            <a:r>
              <a:rPr lang="en-IN" sz="1500" b="1" dirty="0"/>
              <a:t>Software-First:</a:t>
            </a:r>
            <a:r>
              <a:rPr lang="en-IN" sz="1500" dirty="0"/>
              <a:t> React + Python/</a:t>
            </a:r>
            <a:r>
              <a:rPr lang="en-IN" sz="1500" dirty="0" err="1"/>
              <a:t>FastAPI</a:t>
            </a:r>
            <a:r>
              <a:rPr lang="en-IN" sz="1500" dirty="0"/>
              <a:t>; no quantum hardware for MVP. </a:t>
            </a:r>
          </a:p>
          <a:p>
            <a:pPr lvl="0"/>
            <a:r>
              <a:rPr lang="en-IN" sz="1500" b="1" dirty="0"/>
              <a:t>Open-Source Stack:</a:t>
            </a:r>
            <a:r>
              <a:rPr lang="en-IN" sz="1500" dirty="0"/>
              <a:t> </a:t>
            </a:r>
            <a:r>
              <a:rPr lang="en-IN" sz="1500" dirty="0" err="1"/>
              <a:t>Qiskit</a:t>
            </a:r>
            <a:r>
              <a:rPr lang="en-IN" sz="1500" dirty="0"/>
              <a:t> Aer enables circuit simulation and visualization. </a:t>
            </a:r>
          </a:p>
          <a:p>
            <a:pPr lvl="0"/>
            <a:r>
              <a:rPr lang="en-IN" sz="1500" b="1" dirty="0"/>
              <a:t>Modular AI:</a:t>
            </a:r>
            <a:r>
              <a:rPr lang="en-IN" sz="1500" dirty="0"/>
              <a:t> RAG-based tutor integrates with lessons, quizzes and learner profiles. </a:t>
            </a:r>
          </a:p>
          <a:p>
            <a:pPr lvl="0"/>
            <a:r>
              <a:rPr lang="en-IN" sz="1500" b="1" dirty="0"/>
              <a:t>Controlled Simulation:</a:t>
            </a:r>
            <a:r>
              <a:rPr lang="en-IN" sz="1500" dirty="0"/>
              <a:t> Circuit-size limits keep educational workloads CPU-friendly.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D1F88-7C72-8BB2-9FB8-A9FAADE38A97}"/>
              </a:ext>
            </a:extLst>
          </p:cNvPr>
          <p:cNvSpPr/>
          <p:nvPr/>
        </p:nvSpPr>
        <p:spPr>
          <a:xfrm>
            <a:off x="6096000" y="1542325"/>
            <a:ext cx="6095999" cy="2085779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D2EC1-3F2B-7716-A6A3-624C2E62A77C}"/>
              </a:ext>
            </a:extLst>
          </p:cNvPr>
          <p:cNvSpPr txBox="1"/>
          <p:nvPr/>
        </p:nvSpPr>
        <p:spPr>
          <a:xfrm>
            <a:off x="6095999" y="1569542"/>
            <a:ext cx="6095998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CHALLENGES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Simulation Cost</a:t>
            </a:r>
            <a:r>
              <a:rPr lang="en-IN" sz="1500" dirty="0"/>
              <a:t> → Circuit limits + optimized backends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AI Hallucination</a:t>
            </a:r>
            <a:r>
              <a:rPr lang="en-IN" sz="1500" dirty="0"/>
              <a:t> → RAG + curated quantum content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Language Accuracy</a:t>
            </a:r>
            <a:r>
              <a:rPr lang="en-IN" sz="1500" dirty="0"/>
              <a:t> → Controlled quantum glossary + reviewed terminology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Diagnosis Accuracy</a:t>
            </a:r>
            <a:r>
              <a:rPr lang="en-IN" sz="1500" dirty="0"/>
              <a:t> → Quiz + circuit actions + retry behaviour</a:t>
            </a:r>
          </a:p>
          <a:p>
            <a:endParaRPr lang="en-IN" sz="1600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542BD1-C1B4-CE4D-72CC-F34789F676A9}"/>
              </a:ext>
            </a:extLst>
          </p:cNvPr>
          <p:cNvSpPr/>
          <p:nvPr/>
        </p:nvSpPr>
        <p:spPr>
          <a:xfrm>
            <a:off x="1" y="3631748"/>
            <a:ext cx="12191996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ADC40-6EA4-E4A4-CA9F-4D905A3D5FC6}"/>
              </a:ext>
            </a:extLst>
          </p:cNvPr>
          <p:cNvSpPr/>
          <p:nvPr/>
        </p:nvSpPr>
        <p:spPr>
          <a:xfrm>
            <a:off x="2" y="3631748"/>
            <a:ext cx="3505198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F4B892-40E3-DFF4-76BE-390382FFD180}"/>
              </a:ext>
            </a:extLst>
          </p:cNvPr>
          <p:cNvSpPr txBox="1"/>
          <p:nvPr/>
        </p:nvSpPr>
        <p:spPr>
          <a:xfrm>
            <a:off x="1" y="3731956"/>
            <a:ext cx="30987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STRATEGY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Adaptive Loop:</a:t>
            </a:r>
            <a:r>
              <a:rPr lang="en-IN" sz="1400" dirty="0"/>
              <a:t> Learn → Diagnose → Simulate → Re-teach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2 Algorithms:</a:t>
            </a:r>
            <a:r>
              <a:rPr lang="en-IN" sz="1400" dirty="0"/>
              <a:t> Deutsch–Jozsa + Grover for MVP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Progressive Expansion:</a:t>
            </a:r>
            <a:r>
              <a:rPr lang="en-IN" sz="1400" dirty="0"/>
              <a:t> Add algorithms &amp; simulator backends modularly.</a:t>
            </a:r>
          </a:p>
          <a:p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646345-0E01-E45B-254F-F2E3D175268E}"/>
              </a:ext>
            </a:extLst>
          </p:cNvPr>
          <p:cNvSpPr/>
          <p:nvPr/>
        </p:nvSpPr>
        <p:spPr>
          <a:xfrm>
            <a:off x="3522841" y="3648971"/>
            <a:ext cx="4207770" cy="2569269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CBA5E7-9002-BB11-2E65-38FFE790F23B}"/>
              </a:ext>
            </a:extLst>
          </p:cNvPr>
          <p:cNvSpPr/>
          <p:nvPr/>
        </p:nvSpPr>
        <p:spPr>
          <a:xfrm>
            <a:off x="7730611" y="3631748"/>
            <a:ext cx="4461386" cy="2586492"/>
          </a:xfrm>
          <a:prstGeom prst="rect">
            <a:avLst/>
          </a:prstGeom>
          <a:noFill/>
          <a:ln>
            <a:solidFill>
              <a:srgbClr val="FFA751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E95EF3-FB62-971A-2D5D-3895129433C3}"/>
              </a:ext>
            </a:extLst>
          </p:cNvPr>
          <p:cNvSpPr txBox="1"/>
          <p:nvPr/>
        </p:nvSpPr>
        <p:spPr>
          <a:xfrm>
            <a:off x="3575170" y="3698771"/>
            <a:ext cx="388226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DEPLOYMENT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0 Quantum Hardware:</a:t>
            </a:r>
            <a:r>
              <a:rPr lang="en-IN" sz="1400" dirty="0"/>
              <a:t> Runs on classical simulators for the MVP.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CPU-First:</a:t>
            </a:r>
            <a:r>
              <a:rPr lang="en-IN" sz="1400" dirty="0"/>
              <a:t> Designed for standard college lab systems.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Web + Mobile App:</a:t>
            </a:r>
            <a:r>
              <a:rPr lang="en-IN" sz="1400" dirty="0"/>
              <a:t> Accessible through browser and dedicated mobile application.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Scalable:</a:t>
            </a:r>
            <a:r>
              <a:rPr lang="en-IN" sz="1400" dirty="0"/>
              <a:t> Cloud resources can support heavier simulations when required.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93BB2C-D644-4FE8-85A0-6E65A2B72BF5}"/>
              </a:ext>
            </a:extLst>
          </p:cNvPr>
          <p:cNvSpPr txBox="1"/>
          <p:nvPr/>
        </p:nvSpPr>
        <p:spPr>
          <a:xfrm>
            <a:off x="7782941" y="3731956"/>
            <a:ext cx="420777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VIABILITY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Low Infrastructure Cost:</a:t>
            </a:r>
            <a:r>
              <a:rPr lang="en-IN" sz="1400" dirty="0"/>
              <a:t> No quantum hardware required for MVP.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Target Users:</a:t>
            </a:r>
            <a:r>
              <a:rPr lang="en-IN" sz="1400" dirty="0"/>
              <a:t> Students, faculty &amp; quantum-learning institutions.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Scalable Platform:</a:t>
            </a:r>
            <a:r>
              <a:rPr lang="en-IN" sz="1400" dirty="0"/>
              <a:t> Expand across algorithms, languages &amp; institutions.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Future-Ready:</a:t>
            </a:r>
            <a:r>
              <a:rPr lang="en-IN" sz="1400" dirty="0"/>
              <a:t> Support real quantum backends as access grows.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93059" y="56435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9" name="Group 8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C926A0A-9BB5-4220-27E9-95DD3ADDAA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00606" y="4080330"/>
            <a:ext cx="5036400" cy="22133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0677E6-51BB-AFC3-8B9A-97C18D8B63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9085" y="1312615"/>
            <a:ext cx="4729833" cy="2403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0FC80C-5BD9-3C1E-99A5-08594D2F5B4D}"/>
              </a:ext>
            </a:extLst>
          </p:cNvPr>
          <p:cNvSpPr txBox="1"/>
          <p:nvPr/>
        </p:nvSpPr>
        <p:spPr>
          <a:xfrm>
            <a:off x="336580" y="1497757"/>
            <a:ext cx="1251418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MAKING QUANTUM LEARNING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i="1" dirty="0"/>
              <a:t>Visual Learning → Instant Feedback → AI Guidance → Accessible Quantum Education</a:t>
            </a:r>
            <a:endParaRPr lang="en-I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PROJECTED TARGET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↓40%</a:t>
            </a:r>
            <a:br>
              <a:rPr lang="en-IN" sz="1400" dirty="0"/>
            </a:br>
            <a:r>
              <a:rPr lang="en-IN" sz="1400" b="1" dirty="0"/>
              <a:t>Repeated Misconceptions</a:t>
            </a:r>
            <a:br>
              <a:rPr lang="en-IN" sz="1400" dirty="0"/>
            </a:br>
            <a:r>
              <a:rPr lang="en-IN" sz="1400" dirty="0"/>
              <a:t>Target reduction through adaptive re-teaching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↑30%</a:t>
            </a:r>
            <a:br>
              <a:rPr lang="en-IN" sz="1400" dirty="0"/>
            </a:br>
            <a:r>
              <a:rPr lang="en-IN" sz="1400" b="1" dirty="0"/>
              <a:t>Learning Retention</a:t>
            </a:r>
            <a:br>
              <a:rPr lang="en-IN" sz="1400" dirty="0"/>
            </a:br>
            <a:r>
              <a:rPr lang="en-IN" sz="1400" dirty="0"/>
              <a:t>Target improvement through simulation + guided practice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↓50%</a:t>
            </a:r>
            <a:br>
              <a:rPr lang="en-IN" sz="1400" dirty="0"/>
            </a:br>
            <a:r>
              <a:rPr lang="en-IN" sz="1400" b="1" dirty="0"/>
              <a:t>Feedback Delay</a:t>
            </a:r>
            <a:br>
              <a:rPr lang="en-IN" sz="1400" dirty="0"/>
            </a:br>
            <a:r>
              <a:rPr lang="en-IN" sz="1400" dirty="0"/>
              <a:t>Target reduction through instant AI guidance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35605F-7DE8-6E21-AABE-8EAD419A0315}"/>
              </a:ext>
            </a:extLst>
          </p:cNvPr>
          <p:cNvSpPr txBox="1"/>
          <p:nvPr/>
        </p:nvSpPr>
        <p:spPr>
          <a:xfrm>
            <a:off x="5902959" y="3429269"/>
            <a:ext cx="6055959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BENEFITS</a:t>
            </a:r>
          </a:p>
          <a:p>
            <a:r>
              <a:rPr lang="en-IN" sz="1400" b="1" dirty="0"/>
              <a:t>1.    STUDENTS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Understand:</a:t>
            </a:r>
            <a:r>
              <a:rPr lang="en-IN" sz="1400" dirty="0"/>
              <a:t> Visual concepts &amp; quantum circuits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Practice:</a:t>
            </a:r>
            <a:r>
              <a:rPr lang="en-IN" sz="1400" dirty="0"/>
              <a:t> Build and simulate algorithms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Improve:</a:t>
            </a:r>
            <a:r>
              <a:rPr lang="en-IN" sz="1400" dirty="0"/>
              <a:t> Personalized AI re-teaching </a:t>
            </a:r>
          </a:p>
          <a:p>
            <a:pPr lvl="0"/>
            <a:r>
              <a:rPr lang="en-IN" sz="1400" b="1" dirty="0"/>
              <a:t>2.     EDUCATORS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Detect:</a:t>
            </a:r>
            <a:r>
              <a:rPr lang="en-IN" sz="1400" dirty="0"/>
              <a:t> Identify learning gaps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 err="1"/>
              <a:t>Analyze</a:t>
            </a:r>
            <a:r>
              <a:rPr lang="en-IN" sz="1400" b="1" dirty="0"/>
              <a:t>:</a:t>
            </a:r>
            <a:r>
              <a:rPr lang="en-IN" sz="1400" dirty="0"/>
              <a:t> View misconception patterns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b="1" dirty="0"/>
              <a:t>Intervene:</a:t>
            </a:r>
            <a:r>
              <a:rPr lang="en-IN" sz="1400" dirty="0"/>
              <a:t> Targeted re-teaching insights </a:t>
            </a:r>
          </a:p>
          <a:p>
            <a:r>
              <a:rPr lang="en-IN" sz="1400" b="1" dirty="0"/>
              <a:t>3.      INSTITUTIONS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Deploy:</a:t>
            </a:r>
            <a:r>
              <a:rPr lang="en-IN" sz="1400" dirty="0"/>
              <a:t> Web + mobile learning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Reduce Barrier:</a:t>
            </a:r>
            <a:r>
              <a:rPr lang="en-IN" sz="1400" dirty="0"/>
              <a:t> No quantum hardware for MVP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Scale:</a:t>
            </a:r>
            <a:r>
              <a:rPr lang="en-IN" sz="1400" dirty="0"/>
              <a:t> More algorithms &amp; languages 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023" y="75023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cxnSp>
        <p:nvCxnSpPr>
          <p:cNvPr id="200" name="Divider 200"/>
          <p:cNvCxnSpPr/>
          <p:nvPr/>
        </p:nvCxnSpPr>
        <p:spPr>
          <a:xfrm>
            <a:off x="6100000" y="1920000"/>
            <a:ext cx="1" cy="431000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Divider 201"/>
          <p:cNvCxnSpPr/>
          <p:nvPr/>
        </p:nvCxnSpPr>
        <p:spPr>
          <a:xfrm>
            <a:off x="450000" y="3370000"/>
            <a:ext cx="11200000" cy="1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Divider 202"/>
          <p:cNvCxnSpPr/>
          <p:nvPr/>
        </p:nvCxnSpPr>
        <p:spPr>
          <a:xfrm>
            <a:off x="450000" y="4790000"/>
            <a:ext cx="11200000" cy="1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Quad 203"/>
          <p:cNvSpPr txBox="1"/>
          <p:nvPr/>
        </p:nvSpPr>
        <p:spPr>
          <a:xfrm>
            <a:off x="500000" y="195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r>
              <a:rPr lang="en-US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Existing Platforms Reviewed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Qiskit</a:t>
            </a: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Textbook &amp; Quantum Katas: 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comprehensive content, but a fixed sequence — no adaptation to a learner’s mistakes (qiskit.org/learn)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NVIDIA CUDA-Q Academic: 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simulation depth, but GPU-dependent — excludes most tier-2/3 Indian colleges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IBM Quantum Learning: 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content library, but explanations don’t change based on individual responses</a:t>
            </a:r>
          </a:p>
        </p:txBody>
      </p:sp>
      <p:sp>
        <p:nvSpPr>
          <p:cNvPr id="204" name="Quad 204"/>
          <p:cNvSpPr txBox="1"/>
          <p:nvPr/>
        </p:nvSpPr>
        <p:spPr>
          <a:xfrm>
            <a:off x="6250000" y="195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Identified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Cross-checked all platforms above — none re-teach a concept differently after detecting a wrong answer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tutoring (knowledge tracing) exists in math/language EdTech, but not yet applied to quantum computing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a subject-specific gap, not a claim of inventing adaptive learning itself</a:t>
            </a:r>
          </a:p>
        </p:txBody>
      </p:sp>
      <p:sp>
        <p:nvSpPr>
          <p:cNvPr id="205" name="Quad 205"/>
          <p:cNvSpPr txBox="1"/>
          <p:nvPr/>
        </p:nvSpPr>
        <p:spPr>
          <a:xfrm>
            <a:off x="500000" y="337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r>
              <a:rPr lang="en-US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Academic Research Reference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preprints propose AI-personalized quantum curricula — still lab/prototype stage, no deployed product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Findings support feasibility of LLM-based concept explanation for quantum topics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existing paper combines this with classroom-level mistake analytics (our added layer)</a:t>
            </a:r>
          </a:p>
        </p:txBody>
      </p:sp>
      <p:sp>
        <p:nvSpPr>
          <p:cNvPr id="206" name="Quad 206"/>
          <p:cNvSpPr txBox="1"/>
          <p:nvPr/>
        </p:nvSpPr>
        <p:spPr>
          <a:xfrm>
            <a:off x="6250000" y="337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r>
              <a:rPr lang="en-US" sz="1500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&amp; National Relevance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Quantum Mission (₹6,003 Cr, Govt. of India, 2023–2031) targets skilled quantum workforce development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NQM skilling initiatives rely on static coursework; adaptive tools are not yet part of the ecosystem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Platform directly supports the Mission’s education &amp; skilling pillar</a:t>
            </a:r>
          </a:p>
        </p:txBody>
      </p:sp>
      <p:sp>
        <p:nvSpPr>
          <p:cNvPr id="207" name="Quad 207"/>
          <p:cNvSpPr txBox="1"/>
          <p:nvPr/>
        </p:nvSpPr>
        <p:spPr>
          <a:xfrm>
            <a:off x="500000" y="479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 fontScale="77500" lnSpcReduction="20000"/>
          </a:bodyPr>
          <a:lstStyle/>
          <a:p>
            <a:r>
              <a:rPr lang="en-US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References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Qiskit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AerSimulator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documentation — circuit simulation &amp; measurement accuracy validation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IBM Quantum docs — used to cross-verify algorithm correctness (Grover’s, Deutsch–Jozsa)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Qiskit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textbook content — grounding source for AI explanations, reducing hallucination risk</a:t>
            </a:r>
          </a:p>
        </p:txBody>
      </p:sp>
      <p:sp>
        <p:nvSpPr>
          <p:cNvPr id="208" name="Quad 208"/>
          <p:cNvSpPr txBox="1"/>
          <p:nvPr/>
        </p:nvSpPr>
        <p:spPr>
          <a:xfrm>
            <a:off x="6250000" y="4790000"/>
            <a:ext cx="5450000" cy="139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r>
              <a:rPr lang="en-US" sz="1600" b="1" dirty="0">
                <a:solidFill>
                  <a:srgbClr val="1F4E7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&amp; APIs Used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Groq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API (console.groq.com/docs) — free-tier LLM inference for adaptive tutoring logic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backend framework for tutor and simulator endpoints</a:t>
            </a:r>
          </a:p>
          <a:p>
            <a:pPr marL="182880" indent="-182880">
              <a:spcBef>
                <a:spcPct val="1500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 — frontend for lesson delivery and the teacher dashboard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grpSp>
        <p:nvGrpSpPr>
          <p:cNvPr id="11" name="Group 10"/>
          <p:cNvGrpSpPr/>
          <p:nvPr/>
        </p:nvGrpSpPr>
        <p:grpSpPr>
          <a:xfrm>
            <a:off x="2353950" y="126177"/>
            <a:ext cx="7877185" cy="695623"/>
            <a:chOff x="651732" y="38165"/>
            <a:chExt cx="10694324" cy="870393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4833" y="87954"/>
              <a:ext cx="1721223" cy="812729"/>
            </a:xfrm>
            <a:prstGeom prst="rect">
              <a:avLst/>
            </a:prstGeom>
          </p:spPr>
        </p:pic>
        <p:pic>
          <p:nvPicPr>
            <p:cNvPr id="14" name="Google Shape;212;p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732" y="87954"/>
              <a:ext cx="792644" cy="8206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13;p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040692" y="83807"/>
              <a:ext cx="1033387" cy="794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14;p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756558" y="57696"/>
              <a:ext cx="925995" cy="8463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15;p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580745" y="75683"/>
              <a:ext cx="1030509" cy="8022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Picture 2" descr="C:\Users\RVR\Downloads\IICLogo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0376" y="38165"/>
              <a:ext cx="1880082" cy="813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5293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7777</TotalTime>
  <Words>1177</Words>
  <Application>Microsoft Office PowerPoint</Application>
  <PresentationFormat>Widescreen</PresentationFormat>
  <Paragraphs>149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QuantumTutor AI — Real-Time Adaptive Quantum Algorithm Learning Platform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Saipavan Pabba</cp:lastModifiedBy>
  <cp:revision>149</cp:revision>
  <dcterms:created xsi:type="dcterms:W3CDTF">2013-12-12T18:46:50Z</dcterms:created>
  <dcterms:modified xsi:type="dcterms:W3CDTF">2026-09-04T08:25:10Z</dcterms:modified>
</cp:coreProperties>
</file>